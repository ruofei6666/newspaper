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v.cn/yaowen/liebiao/202609/content_7081777.htm" TargetMode="External"/><Relationship Id="rId3" Type="http://schemas.openxmlformats.org/officeDocument/2006/relationships/hyperlink" Target="https://www.news.cn/politics/20260922/a2b9412a275b4823ba52dbadd498ef4c/c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fa.gov.cn/web/fyrbt_673021/jzhsl_673025/202609/t20260922_12028748.shtml" TargetMode="External"/><Relationship Id="rId3" Type="http://schemas.openxmlformats.org/officeDocument/2006/relationships/hyperlink" Target="https://www.bbc.com/news/articles/c52e0ywl9pr7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reuters.com/world/ukraines-zelenskiy-says-he-discussed-peace-efforts-energy-ceasefire-with-trump-2026-09-22/" TargetMode="External"/><Relationship Id="rId3" Type="http://schemas.openxmlformats.org/officeDocument/2006/relationships/hyperlink" Target="https://www.france24.com/en/live-news/20260922-g7-leaders-condemn-houthi-strikes-on-saudi-arabi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chnode.com/2026/09/22/t-head-unveils-zhenwu-v900-ai-chip-in-alibabas-push-to-expand-its-ai-infrastructure-stack/" TargetMode="External"/><Relationship Id="rId3" Type="http://schemas.openxmlformats.org/officeDocument/2006/relationships/hyperlink" Target="https://finance.sina.com.cn/roll/2026-09-22/doc-inissiti8906017.s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chcrunch.com/2026/09/22/qualcomm-launches-two-new-smartphone-chips-with-emphasis-on-ai/" TargetMode="External"/><Relationship Id="rId3" Type="http://schemas.openxmlformats.org/officeDocument/2006/relationships/hyperlink" Target="https://techcrunch.com/2026/09/22/openai-launches-gpt-6-sol-and-luna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ance.sina.com.cn/roll/2026-09-22/doc-inissyrf2016092.s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微软雅黑"/>
                <a:cs typeface="Calibri"/>
              </a:rPr>
              <a:t>THE MORNING 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02336"/>
            <a:ext cx="41879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微软雅黑"/>
                <a:cs typeface="Calibri"/>
              </a:rPr>
              <a:t>第001期 · 上海刊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86384"/>
            <a:ext cx="11183112" cy="16459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87168"/>
            <a:ext cx="7863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二零二六年九月二十二日  ·  星期二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2194560" cy="4114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10128"/>
            <a:ext cx="76809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FE8DC"/>
                </a:solidFill>
                <a:latin typeface="Calibri"/>
                <a:ea typeface="微软雅黑"/>
                <a:cs typeface="Calibri"/>
              </a:rPr>
              <a:t>只记昨日事，不贩未知风。昨夜截稿，时政六章，科技五章，凡十一则。联大一般性辩论与云栖大会同日开场，芯片与外交并行入版。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3310128"/>
            <a:ext cx="3136392" cy="2697480"/>
          </a:xfrm>
          <a:prstGeom prst="rect">
            <a:avLst/>
          </a:prstGeom>
          <a:solidFill>
            <a:srgbClr val="24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3456432"/>
            <a:ext cx="2788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本期目录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785615"/>
            <a:ext cx="2788920" cy="205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微软雅黑"/>
                <a:cs typeface="Calibri"/>
              </a:rPr>
              <a:t>01  沪上调研与耕地立法
02  联大双轨与美伊接触
03  能源停火对照红海
04  真武芯片与二十吉瓦
05  端侧模型与工控下沉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</a:rPr>
              <a:t>ASIA / SHANGHAI  ·  昨日日历 2026-09-22  ·  不收录更早稿件与今日凌晨之后首发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024128"/>
            <a:ext cx="5852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时政开篇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64208"/>
            <a:ext cx="5852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POLICY  ·  DIPLOMACY  ·  PUBLIC AFFAIRS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005840"/>
            <a:ext cx="3136392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115568"/>
            <a:ext cx="2834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精选  6 条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EFE8DC"/>
                </a:solidFill>
                <a:latin typeface="Calibri"/>
                <a:ea typeface="微软雅黑"/>
                <a:cs typeface="Calibri"/>
              </a:rPr>
              <a:t>国内三则  ·  国际三则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11183112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1183112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昨日同时出现两条主线：一条在国内，先进制造与耕地红线被写入开局部署；一条在纽约，第81届联大一般性辩论开场，战争、能源与大国关系同台。本版只取当日发生或当日首发，不混入访美预告的前一日宣布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49039"/>
            <a:ext cx="11183112" cy="2514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8"/>
            <a:ext cx="10698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刊头引句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069848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“要将我国制造业和数智技术两方面优势结合起来，纵深推进‘人工智能+制造’。”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8D2C8"/>
                </a:solidFill>
                <a:latin typeface="Calibri"/>
                <a:ea typeface="微软雅黑"/>
                <a:cs typeface="Calibri"/>
              </a:rPr>
              <a:t>—— 李强  9月22日于上海电气国家人工智能应用中试基地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国内要闻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17820" cy="49834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上海  ·  产业政策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李强在沪调研：纵深推进人工智能加制造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2"/>
              </a:rPr>
              <a:t>新华社 / 中国政府网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总理9月22日在上海电气国家人工智能应用中试基地和未来启点社区调研，要求坚持智能化、绿色化、融合化，推进人工智能赋能先进制造，培育脑机接口、量子计算等未来产业，并发展耐心资本。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把先进制造、耐心资本与人才培养并写，标示“十五五”开局的产业政策重心。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8212" y="1280160"/>
            <a:ext cx="5417820" cy="49834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8212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4244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2652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北京  ·  资源立法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244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首部耕地保护专门立法明年施行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244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3"/>
              </a:rPr>
              <a:t>新华社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244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国新办“十五五”自然资源发布会上，自然资源部称《耕地保护和质量提升法》将于2027年1月1日起施行。刘国洪提出稳数量、优结构、强监管，并建立新增城镇用地与常住人口挂钩机制。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4244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4244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244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粮食安全从政策宣示进入专门法时代，占补平衡与党政同责将更硬。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外交现场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17820" cy="49834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北京  ·  例行记者会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韩正将出席第八十一届联大一般性辩论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2"/>
              </a:rPr>
              <a:t>中华人民共和国外交部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发言人郭嘉昆宣布，韩正将于9月24日至26日赴纽约出席联大一般性辩论，并出席全球发展倡议五周年对话。同日外交部发布“建设性战略稳定”视频，重申愿与美方加强对话、管控分歧。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元首访美前夜，北京以联大与华盛顿双轨并行，明确本周外交优先级。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8212" y="1280160"/>
            <a:ext cx="5417820" cy="49834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8212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4244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2652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纽约  ·  联合国大会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244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特朗普称对伊面临歼灭或交易的抉择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244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3"/>
              </a:rPr>
              <a:t>BBC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244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美国总统在第81届联大称，将决定与伊朗达成重建协议，还是“迅速歼灭”伊斯兰共和国。会后他透露美方官员与伊方会谈约三小时；伊朗国家电视台确认外长阿拉格齐会见美特使威特科夫。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4244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4244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244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战争近七月之际，最高层同时释放极限施压与直接接触的信号。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680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对照 · 能源与战事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914400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同一日的两条能源战线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358384" cy="48920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7648" y="1371600"/>
            <a:ext cx="5358384" cy="4892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5358384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371600"/>
            <a:ext cx="5358384" cy="914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62763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05  ·  乌克兰  ·  纽约会晤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38528"/>
            <a:ext cx="47548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泽连斯基称已与特朗普讨论能源停火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03580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2"/>
              </a:rPr>
              <a:t>路透社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364992"/>
            <a:ext cx="475488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乌克兰总统在纽约与特朗普通话约40分钟后表示，双方讨论了对俄能源停火与结束战争路径。基辅称可接受任何形式的能源停火，但未讨论单方面停止打击俄炼厂，并愿参加有特朗普在场的三方会晤。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937760"/>
            <a:ext cx="47548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能源设施互袭已成为战事新轴线，停火谈判从领土转向基础设施。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162763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06  ·  海湾  ·  七国集团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1938528"/>
            <a:ext cx="47548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G7谴责胡塞袭击沙特，红海通道再承压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03580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微软雅黑"/>
                <a:cs typeface="Calibri"/>
                <a:hlinkClick r:id="rId3"/>
              </a:rPr>
              <a:t>法新社 / France24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364992"/>
            <a:ext cx="475488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FE8DC"/>
                </a:solidFill>
                <a:latin typeface="Calibri"/>
                <a:ea typeface="微软雅黑"/>
                <a:cs typeface="Calibri"/>
              </a:rPr>
              <a:t>七国集团要求也门胡塞武装立即停止对沙特的军事行动，并呼吁伊朗停止武装支持。胡塞近期夺取红海沿岸后袭击延布阿美设施，东西向输油管道亦因袭击关闭，英法表态可提供防御性支持。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4937760"/>
            <a:ext cx="47548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D8D2C8"/>
                </a:solidFill>
                <a:latin typeface="Calibri"/>
                <a:ea typeface="微软雅黑"/>
                <a:cs typeface="Calibri"/>
              </a:rPr>
              <a:t>海湾设施遇袭叠加霍尔木兹风险，直接牵动全球油价与贸易航线。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024128"/>
            <a:ext cx="5852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科技开篇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64208"/>
            <a:ext cx="5852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CHIPS  ·  MODELS  ·  INDUSTRY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005840"/>
            <a:ext cx="3136392" cy="105156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115568"/>
            <a:ext cx="2834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精选  5 条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EFE8DC"/>
                </a:solidFill>
                <a:latin typeface="Calibri"/>
                <a:ea typeface="微软雅黑"/>
                <a:cs typeface="Calibri"/>
              </a:rPr>
              <a:t>云栖一日  ·  两端齐发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11183112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1183112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杭州云栖大会与高通骁龙峰会、OpenAI模型更新同日落槌。云端比的是吉瓦与万卡，手机与工控比的是把模型塞进现场。本版不收17日已发布的华为互联旧闻，也不收营销味过重的耳机花絮。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3392424" cy="26060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794760"/>
            <a:ext cx="29260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892040"/>
            <a:ext cx="2926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真武V900相对M890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44068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平头哥自称单芯片性能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3611880"/>
            <a:ext cx="3392424" cy="2606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3794760"/>
            <a:ext cx="29260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20 GW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892040"/>
            <a:ext cx="2926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微软雅黑"/>
                <a:cs typeface="Calibri"/>
              </a:rPr>
              <a:t>阿里云目标装机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544068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D2C8"/>
                </a:solidFill>
                <a:latin typeface="Calibri"/>
                <a:ea typeface="微软雅黑"/>
                <a:cs typeface="Calibri"/>
              </a:rPr>
              <a:t>展望至2032年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3608" y="3611880"/>
            <a:ext cx="3392424" cy="260604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794760"/>
            <a:ext cx="29260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30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892040"/>
            <a:ext cx="2926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骁龙端侧MoE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44068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Extreme版本地可跑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云栖现场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17820" cy="49834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杭州  ·  芯片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平头哥发布真武V900训推一体芯片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2"/>
              </a:rPr>
              <a:t>TechNode / 紫牛新闻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平头哥称V900性能为前代M890的三倍，配备216GB显存、1200GB/s片间互联，原生支持FP8与FP4，计划2027年一季度量产。配套超节点宣称单一集群可扩至50万卡，并公布倚天720、730路线图。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国产AI芯片竞争从单卡算力，转向超节点与全栈互联。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8212" y="1280160"/>
            <a:ext cx="5417820" cy="49834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8212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4244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2652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杭州  ·  基础设施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244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吴泳铭锚定二十吉瓦与十万亿参数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244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3"/>
              </a:rPr>
              <a:t>华尔街见闻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244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阿里巴巴CEO提出，目标至2032年将阿里云全球数据中心规模扩至逾20GW，并计划训练5至10万亿参数新一代模型。Qwen团队称递归自我改进已进入训练与芯模协同，Qwen4已在训练中。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4244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4244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244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把电力容量与模型尺度绑定，说明大厂把AI当作长周期基建。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模型两端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17820" cy="49834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美国  ·  终端芯片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高通发布骁龙8至尊版第六代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2"/>
              </a:rPr>
              <a:t>TechCrunch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高通在骁龙峰会发布Snapdragon 8 Elite Gen 6与Extreme版。新感知中枢可本地运行约2亿参数小模型；Extreme宣称可本地运行300亿参数混合专家模型。摩托罗拉等将首发搭载。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手机被重新定义为AI枢纽，端侧大模型与存储涨价同时挤压定价。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8212" y="1280160"/>
            <a:ext cx="5417820" cy="49834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8212" y="1280160"/>
            <a:ext cx="109728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4244" y="1444752"/>
            <a:ext cx="1005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1E3A"/>
                </a:solidFill>
                <a:latin typeface="Cambria"/>
                <a:ea typeface="宋体"/>
                <a:cs typeface="Cambria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2652" y="1499616"/>
            <a:ext cx="39547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美国  ·  大模型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244" y="1847088"/>
            <a:ext cx="49606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OpenAI推出GPT-6 Sol与Luna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244" y="2724912"/>
            <a:ext cx="49606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3"/>
              </a:rPr>
              <a:t>TechCrunch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244" y="3017520"/>
            <a:ext cx="496062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继GPT-6 Astra之后，OpenAI发布面向工作与高吞吐的Sol、Luna。公司称Sol在内部事实性评测中错误约为前代一半，API价格较5.6系列下调约50%。Luna向免费与Go用户开放桌面端。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4244" y="4846320"/>
            <a:ext cx="4905756" cy="10972"/>
          </a:xfrm>
          <a:prstGeom prst="rect">
            <a:avLst/>
          </a:prstGeom>
          <a:solidFill>
            <a:srgbClr val="D8D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4244" y="4928616"/>
            <a:ext cx="49606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244" y="5184648"/>
            <a:ext cx="4960620" cy="9326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旗舰之后迅速铺开低价档，竞争已从最强模型转向成本与可靠性。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产业下沉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178040" cy="493776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09728" cy="493776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6492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11  ·  深圳  ·  嵌入式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649224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宋体"/>
                <a:cs typeface="Cambria"/>
              </a:rPr>
              <a:t>海光发布1000系列嵌入式CPU，算力伸向工控与机器人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6492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微软雅黑"/>
                <a:cs typeface="Calibri"/>
                <a:hlinkClick r:id="rId2"/>
              </a:rPr>
              <a:t>科创板日报 / 财联社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82112"/>
            <a:ext cx="649224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海光信息发布首款嵌入式工控芯片1000系列，采用C86架构，集成核显，典型功耗低至10W，兼容DDR4与DDR5，宣称SPEC2006综合性能较同类高15%。总裁沙超群称，公司由此形成云端CPU、DCU与端侧处理器的完整布局。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6492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为何重要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微软雅黑"/>
                <a:cs typeface="Calibri"/>
              </a:rPr>
              <a:t>国产x86阵营从数据中心下沉工厂与机器人，争夺具身智能的入口算力。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325880"/>
            <a:ext cx="3776472" cy="4937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36192"/>
            <a:ext cx="336499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编辑观察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364992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云端要比规模，边端要比待得住。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108960"/>
            <a:ext cx="3364992" cy="2834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FE8DC"/>
                </a:solidFill>
                <a:latin typeface="Calibri"/>
                <a:ea typeface="微软雅黑"/>
                <a:cs typeface="Calibri"/>
              </a:rPr>
              <a:t>昨日芯片新闻若只看峰值算力，会漏掉真正的位移：阿里用吉瓦和万卡回答训练；高通把300亿参数塞进手机；海光把10瓦的工控核送到产线。三条线指向同一件事——模型要离开机房，去能发热、能停电、能被油污包围的地方工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766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4736592" cy="31089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微软雅黑"/>
                <a:cs typeface="Calibri"/>
              </a:rPr>
              <a:t>第001期 · 2026.09.22 · 星期二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1792"/>
            <a:ext cx="11183112" cy="16459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51560" cy="320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宋体"/>
                <a:cs typeface="Cambria"/>
              </a:rPr>
              <a:t>收束 · 十一则回目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6903720" cy="4160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微软雅黑"/>
                <a:cs typeface="Calibri"/>
              </a:rPr>
              <a:t>01  李强沪上调研，强调人工智能加制造与耐心资本
02  耕地保护专门立法定于明年元旦施行
03  韩正赴联大，外交部阐释建设性战略稳定
04  特朗普联大谈对伊抉择，并证实美伊官员接触
05  泽连斯基称已与美方讨论能源停火
06  七国集团谴责胡塞袭击沙特能源设施
07  平头哥真武V900发布，称性能三倍于前代
08  阿里锚定二十吉瓦智算与十万亿参数模型
09  高通骁龙第八代至尊版主打端侧智能体
10  OpenAI以半价推出GPT-6 Sol与Luna
11  海光1000系列把C86算力带入工控现场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444752"/>
            <a:ext cx="3959352" cy="4160520"/>
          </a:xfrm>
          <a:prstGeom prst="rect">
            <a:avLst/>
          </a:prstGeom>
          <a:solidFill>
            <a:srgbClr val="24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600200"/>
            <a:ext cx="3611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微软雅黑"/>
                <a:cs typeface="Calibri"/>
              </a:rPr>
              <a:t>明日关注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1965960"/>
            <a:ext cx="361188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FE8DC"/>
                </a:solidFill>
                <a:latin typeface="Calibri"/>
                <a:ea typeface="微软雅黑"/>
                <a:cs typeface="Calibri"/>
              </a:rPr>
              <a:t>习近平对美国国事访问启程（23–25日，21日已宣布，故未入昨日正刊）。韩正联大一般性辩论。全球数字贸易博览会在杭州开幕。金融产品网络营销管理办法将于30日施行，属4月旧法，不列入昨日首发。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118311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  <a:ea typeface="微软雅黑"/>
                <a:cs typeface="Calibri"/>
              </a:rPr>
              <a:t>编辑说明：时区 Asia/Shanghai，日期 2026-09-22。时政6条，科技5条，合计11条。交叉核验官方与主流通讯社，拒绝标题党与重复转载。住房公积金新政为20日稿，未收录。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