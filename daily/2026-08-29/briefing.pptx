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5943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804672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libri"/>
                <a:ea typeface="Calibri"/>
              </a:rPr>
              <a:t>第贰肆壹期  ·  二零二六年八月二十九日  ·  星期六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352044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547872"/>
            <a:ext cx="31089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262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救灾 · 能源 · 宏观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429000"/>
            <a:ext cx="352044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3547872"/>
            <a:ext cx="31089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45262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模型 · 芯片 · 航天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429000"/>
            <a:ext cx="3520440" cy="1874519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3547872"/>
            <a:ext cx="31089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5262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交叉核验后入选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</a:rPr>
              <a:t>今日主线：吉隆口岸搜救进入黄金72小时收口；美委石油协议与霍尔木兹复航条件同日改写油市预期；模型供应首次被公开用作控制权变更后的竞争武器。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2011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868680"/>
            <a:ext cx="9326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08760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喜马拉雅的72小时，与西半球的石油、海湾的航道，在同一张周六版面上交汇。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8"/>
            <a:ext cx="11277295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14016"/>
            <a:ext cx="10881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“只要有一丝希望，就绝不放弃。”——吉隆受灾核心区，消防搜救队在黄金72小时最后阶段仍反复呼喊。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3611880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4048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63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遇难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02920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截至29日1时，吉隆口岸已确认7人遇难。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703320"/>
            <a:ext cx="3611880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84048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554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663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失联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502920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失联规模仍高，跨境搜救窗口正在收口。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03320"/>
            <a:ext cx="3611880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84048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663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小时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5029200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29日是黄金救援窗口的最后关键阶段。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现场与协议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01　公共事务 · 吉隆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吉隆搜救进入黄金72小时收口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来源：新民晚报 / 央视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截至29日1时，吉隆口岸泥石流已造成7人遇难、554人失联。当日进入黄金72小时最后阶段，消防与边防推进至国门附近拉网搜救，凌晨无人机向核心区投送物资。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72小时窗口收口，失联规模仍高，次生灾害与跨境搜救将决定最终伤亡。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02　能源外交 · 华盛顿 / 加拉加斯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美委宣布「史上最大」石油协议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来源：中国新闻网 / 联合早报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特朗普当地时间28日晚宣布与委内瑞拉达成「史上最大石油协议」，称获逾650亿桶储量多数控制权；代总统罗德里格斯证实覆盖17个油田、投资超1000亿美元。白宫尚未发正式文本。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霍尔木兹受阻、中期选举临近，西半球石油成为美方压油价与重塑地区秩序的筹码。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海峡与利率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03　航道 · 德黑兰 / 马斯喀特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伊朗：霍尔木兹谅解不自动生效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来源：安纳多卢通讯社 / 塔斯尼姆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伊朗副外长加里巴巴迪29日称，伊阿已就霍尔木兹通行达成谅解，但不会自动实施，须待美方履行伊斯兰堡备忘录。他强调海峡仍关闭，未经协调船只不得通行。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复航与否直接牵动全球油价与通胀：技术安排已有，政治开关仍握在美伊手里。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04　宏观 · 杰克逊霍尔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沃什霍尔首秀释放加息信号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来源：澎湃新闻 / 环球市场播报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美联储主席沃什在杰克逊霍尔首秀称，PCE同比3.7%、六个月年化4.1%，夏季降温不足以证明趋势好转。期货隐含9月加息概率由约35%升至近六成。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新主席把抗通胀重新钉死在2%，全球利率、美元与风险资产定价随之改写。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2011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868680"/>
            <a:ext cx="9326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08760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模型不再中立分发，芯片名单被拖进法庭，巡天望远镜已上垫。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2761488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176272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11.12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880360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切断日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00400"/>
            <a:ext cx="24688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OpenAI 拟停止向 Cursor 供应模型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057400"/>
            <a:ext cx="2761488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176272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880360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流量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200400"/>
            <a:ext cx="24688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Cursor 称 GPT 约占其用户流量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57400"/>
            <a:ext cx="2761488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176272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1260H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80360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200400"/>
            <a:ext cx="24688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长鑫起诉五角大楼要求除名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057400"/>
            <a:ext cx="2761488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2176272"/>
            <a:ext cx="2468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43亿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880360"/>
            <a:ext cx="2468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美元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3200400"/>
            <a:ext cx="24688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罗曼望远镜任务全周期造价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1277295" cy="1783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36592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47488"/>
            <a:ext cx="10881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</a:rPr>
              <a:t>未混入 28 日数博会、混元 Hy4、a16z 基金及英伟达收购 Hugging Face 的复述稿。远程算力管制独家见于 28 日 21 时沪，29 日产业媒体完成法律交叉核验后收入。本日只收控制权变更后的模型断供、DRAM 厂司法反击、远程租卡新规与罗曼望远镜发射前夜。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模型与名单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05　人工智能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OpenAI 将切断 Cursor 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来源：路透社 / IT之家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OpenAI 通知 SpaceX，拟于 11 月 12 日终止向 Cursor 供应模型，理由是无法确信马斯克体系会遵守条款。马斯克 29 日称「毫不在意」；Cursor 称 GPT 约占流量 5%；Anthropic 宣布加码算力。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模型供应首次被公开用作控制权变更后的竞争武器，编程工具中立分发时代结束。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06　芯片 · 华盛顿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长鑫起诉五角大楼求除名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来源：IT之家 / 路透社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长鑫存储在哥伦比亚特区联邦法院起诉美国国防部及赫格塞思，要求撤销 1260H「中国军事公司」认定。公司称芯片供民用、列名缺乏证据；五角大楼曾在 2 月拟除名当日撤回。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中国最大 DRAM 厂把涉军清单拖进法庭，考验美国出口管制名单的证据与正当程序。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算力边界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07　出口管制 · 华盛顿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美拟管远程租卡，律师质疑执法权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来源：Tom's Hardware / TechTimes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29 日产业媒体交叉核验：商务部正起草规则，拟限制中国企业经泰国、新加坡等地数据中心远程租用高端 GPU，草案或于 9 月征求业界意见。出口法务律师指现有权限只管实物跨境。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算力管制从「芯片出境」扩到「云端遥控」，将改写东南亚机房与中国模型训练的合规边界。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577840" cy="50292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499616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08　科学突破 · 肯尼迪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828800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罗曼望远镜明日 Falcon Heavy 升空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73552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来源：Spaceflight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47872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Falcon Heavy 已运抵肯尼迪 39A，计划 30 日 7:26 EDT 发射造价 43 亿美元的罗曼空间望远镜。300 兆像素广域相机巡天速度约哈勃千倍，将探测暗能量并搜寻逾 10 万颗系外行星。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5029200"/>
            <a:ext cx="5065776" cy="1270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5102352"/>
            <a:ext cx="506577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35838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下一代巡天台将把宇宙学张力与宜居行星搜寻同时推入大数据时代。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第241期  ·  2026年8月29日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明日升空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08　科学突破 · 肯尼迪航天中心　来源：Spaceflight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77840" cy="17830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7:26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67128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EDT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Falcon Heavy 计划 30 日自 39A 发射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577840" cy="17830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47672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67128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兆像素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广域红外相机单幅约覆盖 45 个街区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17830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1000×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33087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巡天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59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扫描速度约为哈勃的千倍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577840" cy="17830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13631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10万+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133087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行星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09159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预期发现逾 10 万颗系外行星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Falcon Heavy 周五夜间运抵发射台。43 亿美元任务将前往日地 L2，用哈勃同级镜面做广域巡天。为何重要：下一代巡天台将把宇宙学张力与宜居行星搜寻同时推入大数据时代。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第241期 ·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07568"/>
            <a:ext cx="11277295" cy="127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mbria"/>
                <a:ea typeface="Cambria"/>
              </a:rPr>
              <a:t>救人要抢小时，石油要写合同，模型要选阵营。周六的新闻不热闹，但三条线都在改规则：救援窗口、能源通道、算力分发。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5532120" cy="2514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2697480"/>
            <a:ext cx="5532120" cy="2514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时政四条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1635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54680"/>
            <a:ext cx="51206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  吉隆搜救进入黄金72小时收口
2  美委宣布「史上最大」石油协议
3  伊朗：霍尔木兹谅解不自动生效
4  沃什霍尔首秀释放加息信号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51206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  OpenAI 将切断 Cursor 模型
2  长鑫起诉五角大楼求除名
3  美拟管远程租卡，律师质疑执法权
4  罗曼望远镜明日 Falcon Heavy 升空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方法：Asia/Shanghai 昨天（2026-08-29）。美委协议与沃什演讲按当地时间换算后落入沪时 29 日。远程算力管制独家见于 28 日 21:05 沪时，29 日完成交叉核验后收入。未混入 28 日数博会、混元 Hy4 或英伟达—Hugging Face 复述稿。Firecrawl 未鉴权。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