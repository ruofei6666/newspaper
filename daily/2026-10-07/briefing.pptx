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第016期  ·  2026年10月7日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5943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●  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713232"/>
            <a:ext cx="4206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24128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78992"/>
            <a:ext cx="11277295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第零壹陆期  ·  二零二六年十月七日  ·  星期三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72768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只收录该日发生或该日首发的稿件。假期账本收官，外储缩水，霍尔木兹要补漏，核光钟同日见刊。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3484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36592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流动 · 外储 · 中东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34747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584448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43484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736592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核钟 · 发射 · 数学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4" y="34747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3584448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43484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736592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周三沪时首发可核验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49240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今日主线：交通部写下21.44亿人次，商务部把以旧换新改写成334.8亿元。外汇局记下外储3.4003万亿美元。特朗普说对伊行动必须收尾。清华与维也纳把钟摆放进原子核。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第016期  ·  2026年10月7日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841248"/>
            <a:ext cx="9509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81328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假期最后一天，官方先交出行与消费的收官账。外交部仍休会，却提前写下普京幕僚的访华日程。中东则同时补漏海峡、袭击机场。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03120"/>
            <a:ext cx="11277295" cy="1325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12848"/>
            <a:ext cx="10789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刊头摘句 · 白宫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487168"/>
            <a:ext cx="107899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「我们必须收尾，只是以哪种方式：柔和，还是不那么柔和。很快就会知道。」——美国总统特朗普，马里兰斯帕罗斯角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749039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21.44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亿人次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864608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国庆七日跨区域流动，日均3.06亿，较去年八天日均增0.7%。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361188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749039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334.8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52628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亿元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64608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1–6日以旧换新带动销售，智能机器人销售额同比增1.3倍。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4" y="361188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3749039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1.11%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452628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外储回落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864608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9月末外汇储备34003亿美元，较8月末少381亿美元。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第016期  ·  2026年10月7日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出行账本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77295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1828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0604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交通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627632"/>
            <a:ext cx="8503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交通运输部 · 7日账本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0195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20"/>
              </a:lnSpc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跨区域流动21.44亿人次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999232"/>
            <a:ext cx="8503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来源：交通运输部 / 澎湃新闻 / 新华网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328416"/>
            <a:ext cx="85039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交通运输部7日公布，国庆假期全社会跨区域人员流动量预计21.44亿人次、日均3.06亿，较去年中秋国庆八天日均增0.7%。铁路预计1.5236亿人次、日均增13.1%；7日返程高峰预计2.9375亿人次。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5349240"/>
            <a:ext cx="850392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5404104"/>
            <a:ext cx="8503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586984"/>
            <a:ext cx="8503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这是假期收官的官方流动账本，把「流动中国」从半程观察改写成完整七日数字。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第016期  ·  2026年10月7日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消费改写半程账，外储记下美元涨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一栏是商务部把196.3亿元的半程数字改写成334.8亿元，一栏是外汇局交出9月账面。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02　消费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5084064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20"/>
              </a:lnSpc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以旧换新卖出334.8亿元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来源：商务部 / 新华社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46704"/>
            <a:ext cx="508406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商务部7日通报，10月1日至6日消费品以旧换新惠及639.2万人次、带动销售334.8亿元。具身智能机器人销售额同比增1.3倍，智能眼镜翻倍。重点监测78个商圈客流、营业额同比增2.5%、4.7%。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541264"/>
            <a:ext cx="5084064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596128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779008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半程196.3亿元的账本被改写成接近收官的334.8亿元，并首次点出机器人与智能眼镜的假日增速。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03　宏观 · 北京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883664"/>
            <a:ext cx="5084064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20"/>
              </a:lnSpc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外储降至3.4003万亿美元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来源：国家外汇管理局 / 新华社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46704"/>
            <a:ext cx="508406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外汇局7日公布，截至9月末外汇储备34003亿美元，较8月末下降381亿美元、降幅1.11%。官方称当月美元指数上涨、主要金融资产价格总体下跌，汇率折算与资产价格变化共同导致规模回落。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541264"/>
            <a:ext cx="5084064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596128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779008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这是假期里少有的官方宏观数据首发，记录美元走强对外储账面的一次挤压。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第016期  ·  2026年10月7日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休会日写下访华，马里兰催收尾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一边是外交部假期罕见预告，一边是特朗普把「将作决定」改写成「很快揭晓」。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04　外交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5084064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20"/>
              </a:lnSpc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帕特鲁舍夫将访华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来源：外交部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46704"/>
            <a:ext cx="508406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外交部发言人7日宣布，俄罗斯总统助理、海事委员会主席帕特鲁舍夫将于10月8日至13日访华，中央外办主任王毅将与其会谈交流。外交部例会仍休会至8日，此为假期书面预告。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541264"/>
            <a:ext cx="5084064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596128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779008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原定休会至八日的外交部，提前写下普京核心幕僚的访华日程，指向假期后的对俄接触。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05　中东 · 马里兰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883664"/>
            <a:ext cx="5084064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20"/>
              </a:lnSpc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对伊行动「必须收尾」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 / Iran International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46704"/>
            <a:ext cx="508406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特朗普6日（沪时7日）在马里兰斯帕罗斯角称，对伊朗军事行动「必须收尾」，只是「柔和还是强硬」的选择，「很快就会知道」。他宣称伊军「看不见」。此与4日「easy/hard way」为另一次表态。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541264"/>
            <a:ext cx="5084064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596128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779008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把周六的「将作决定」改写成「必须收尾、很快揭晓」，收紧了美伊谈判的时间预期。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第016期  ·  2026年10月7日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海峡与机场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77295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1828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0604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德黑兰 / 亚丁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627632"/>
            <a:ext cx="8503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海峡与机场 · 同日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0195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20"/>
              </a:lnSpc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海峡要补漏，机场遇袭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999232"/>
            <a:ext cx="8503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  ·  法尔斯通讯社 / 也门交通部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328416"/>
            <a:ext cx="85039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法尔斯社7日引革命卫队顾问纳格迪称，霍尔木兹仍关闭，将封堵炸岩开辟的「非法航道」。同日胡塞以导弹和无人机袭亚丁国际机场，也门航空开罗航班改降吉达，暂无伤亡。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5349240"/>
            <a:ext cx="850392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5404104"/>
            <a:ext cx="8503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586984"/>
            <a:ext cx="8503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海峡封堵从口号落到「补漏」，也门政府临时首都的机场同时遇袭，中东航运与航空同日承压。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第016期  ·  2026年10月7日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841248"/>
            <a:ext cx="9509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81328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原子核第一次被写成可运行的钟。韩国把五颗量产星送上轨道。白宫章程与OpenAI数学目录都在沪时清晨越过日界。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9456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2304288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148nm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紫外激光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255264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清华用来锁定钍-229核跃迁的波长。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219456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304288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5星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同轨通信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55264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世界号第五次把NEONSAT 2–6号全部送入轨道。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19456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304288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722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篇手稿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255264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OpenAI未发布模型一次公开的数学目录。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219456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2304288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亿美元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3255264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SpaceX拟借债购买英伟达芯片的谈判规模。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36592"/>
            <a:ext cx="11277295" cy="16642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864608"/>
            <a:ext cx="10789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对照 · 不重写前刊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157216"/>
            <a:ext cx="10789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应用材料–英特尔EPIC、高通口径分裂、精氨酸–NLRP3、人屏状核均已见6日刊。星舰第14次试飞已入9月28日刊。Mistral Large 4为6日欧陆白天首发。本日只收核光钟、《世界号》五射、SIF章程、OpenAI数学目录与SpaceX债项。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第016期  ·  2026年10月7日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计量突破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77295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1828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0604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北京 / 维也纳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627632"/>
            <a:ext cx="8503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《自然》 · 7日双发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0195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20"/>
              </a:lnSpc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核光钟同日见刊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999232"/>
            <a:ext cx="8503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 / 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328416"/>
            <a:ext cx="85039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清华团队7日在《自然》报告，用148纳米真空紫外激光锁定钍-229核跃迁，制成可稳定运行的核光钟，不稳定度达5×10⁻¹³/√τ。维也纳工大同日发表独立装置。新华社称测量已推进到原子核尺度。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5349240"/>
            <a:ext cx="850392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5404104"/>
            <a:ext cx="8503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586984"/>
            <a:ext cx="8503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计时基准首次从电子跃迁写成核跃迁，中欧两队同日见刊，下一代秒定义竞赛公开起跑。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第016期  ·  2026年10月7日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五星入轨，章程越过日界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韩国第一次同时投放五颗量产遥感星。白宫「超级智能部队」的授权文本在沪时清晨见报。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08　航天 · 罗老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5084064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20"/>
              </a:lnSpc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世界号五射，五星同轨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来源：韩国宇宙航空厅 / 韩联社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46704"/>
            <a:ext cx="508406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韩国世界号7日12:25（韩时）从罗老升空，将NEONSAT 2–6号及9颗立方星送入约575公里轨道，五颗主星均完成双向通信。15颗载荷中14颗分离，PERSAT-02因发射管盖未开滞留。连续第四次成功。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541264"/>
            <a:ext cx="5084064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596128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779008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韩国首次把五颗量产遥感星同时送入轨道，把商业发射服务的可靠性写成可核验纪录。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09　治理 · 华盛顿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883664"/>
            <a:ext cx="5084064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20"/>
              </a:lnSpc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「超级智能」章程曝光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来源：POLITICO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46704"/>
            <a:ext cx="508406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POLITICO于6日17:30美东（沪时7日05:30）公布白宫「超级智能部队」章程：国家情报总监克莱顿任主席，获权评估AI对国安与公民自由的威胁，审查实验室通报漏洞与越狱机制，120日内提交报告。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541264"/>
            <a:ext cx="5084064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596128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779008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4日只宣布成立，7日沪时才见到授权文本，把「AI沙皇」写成可问责的任务书。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第016期  ·  2026年10月7日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数学目录公开，芯片债项开谈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一栏是可被Lean逐条复核的手稿堆，一栏是尚未成交的400亿美元谈判。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10　数学 · 旧金山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5084064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20"/>
              </a:lnSpc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722篇数学手稿公开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来源：OpenAI /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46704"/>
            <a:ext cx="508406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OpenAI于6日21:47 UTC（沪时7日05:47）上线GitHub仓库openai/math，公开未发布内部模型产出的722篇手稿、372组结果。多数附Lean形式化；公司称未形式化者「可能有问题」，并咨询了高等研究院顾问组。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541264"/>
            <a:ext cx="5084064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596128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779008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把「模型会不会做数学」从演示改写成可被学界逐条复核的公开目录。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11　芯片 · 霍桑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883664"/>
            <a:ext cx="5084064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20"/>
              </a:lnSpc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拟借400亿美元买芯片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来源：Financial Post / 金融时报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46704"/>
            <a:ext cx="508406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金融时报与彭博7日报道，SpaceX正与阿波罗等洽谈约400亿美元融资购买英伟达芯片，结构约为100亿银行贷款加300亿投资级债券。讨论仍处早期，可能无果，最早2027年完成。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541264"/>
            <a:ext cx="5084064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596128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779008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这是AI基建债务里少见的航天公司巨额订单，把马斯克的算力押注写成可交易的债券故事。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第016期  ·  2026年10月7日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信息不足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87552"/>
            <a:ext cx="11247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国内发射仍留白，欧陆大模型不抢刊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66544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国内航天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5084064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当日无国内航天发射通稿。水利部「全年1万亿元」跟进稿沿用9月30日国新办1–9月数字，不单列。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2024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66544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217627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时区切割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70048"/>
            <a:ext cx="5084064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Mistral Large 4为10月6日欧陆白天首发，折沪时属6日。星舰第14次试飞已入9月28日刊。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306824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41655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证据不足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10328"/>
            <a:ext cx="5084064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SpaceX与台积电独家代工为转载站拼接，不立项。Lambda 40亿美元融资与SpaceX债项主题重叠，不另立条。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416052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306824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441655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休会缺口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10328"/>
            <a:ext cx="5084064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外交部例会仍休会至10月8日，仅有访华预告，无例行记者会。北美大模型除数学目录外无新的产品首发。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第016期  ·  2026年10月7日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5943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THE EVENING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713232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第016期 · 收束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60704"/>
            <a:ext cx="11277295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70432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账本收官，海峡补漏，钟摆放进原子核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67712"/>
            <a:ext cx="11247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交通部写下21.44亿人次，商务部把以旧换新改写成334.8亿元。外汇局记下外储回落1.11%。特朗普说对伊行动必须收尾。清华与维也纳把钟摆放进钍核。世界号五星同轨。白宫章程与722篇数学手稿都在沪时清晨越过日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0672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20040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时政六条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493008"/>
            <a:ext cx="502920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1. 跨区域流动21.44亿人次
2. 以旧换新卖出334.8亿元
3. 外储降至3.4003万亿美元
4. 帕特鲁舍夫将访华
5. 对伊行动「必须收尾」
6. 海峡要补漏，机场遇袭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090672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0040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科技五条 · 缺口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93008"/>
            <a:ext cx="502920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1. 核光钟同日见刊
2. 世界号五射，五星同轨
3. 「超级智能」章程曝光
4. 722篇数学手稿公开
5. 拟借400亿美元买芯片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59552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日期窗口：Asia/Shanghai 2026-10-07 00:00 至 2026-10-08 00:00。交叉来源：交通部/澎湃/新华、商务部、外汇局、外交部、Iran International、韩国宇宙航空厅、《自然》、POLITICO、OpenAI、金融时报。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996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每日时政科技简报 · 第016期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