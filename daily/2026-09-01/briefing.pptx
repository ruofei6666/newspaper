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B8B0A4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713232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C2B6"/>
                </a:solidFill>
                <a:latin typeface="Calibri"/>
                <a:latin/>
                <a:ea typeface="Microsoft YaHei"/>
                <a:cs typeface="Microsoft YaHei"/>
              </a:rPr>
              <a:t>THE MORNING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713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latin/>
                <a:ea typeface="Microsoft YaHei"/>
                <a:cs typeface="Microsoft YaHei"/>
              </a:rPr>
              <a:t>ASIA / SHANGHAI　昨日新闻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060704"/>
            <a:ext cx="11274552" cy="2743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15568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第贰肆肆期  ·  二零二六年九月一日  ·  星期二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57276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7F4EF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7004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latin/>
                <a:ea typeface="Microsoft YaHei"/>
                <a:cs typeface="Microsoft YaHei"/>
              </a:rPr>
              <a:t>只收录该日发生或该日首发的稿件，拒绝转载拼盘。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64992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24528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latin/>
                <a:ea typeface="Microsoft YaHei"/>
                <a:cs typeface="Microsoft YaHei"/>
              </a:rPr>
              <a:t>峰会 · 口岸 · 河谷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2816" y="32461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3" y="3364992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4224528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457200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latin/>
                <a:ea typeface="Microsoft YaHei"/>
                <a:cs typeface="Microsoft YaHei"/>
              </a:rPr>
              <a:t>交接 · 开源 · 巡天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32461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364992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24528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7200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latin/>
                <a:ea typeface="Microsoft YaHei"/>
                <a:cs typeface="Microsoft YaHei"/>
              </a:rPr>
              <a:t>周二首发可核验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21808"/>
            <a:ext cx="11247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今日主线：比什凯克把二十五周年写成宣言和二十八份文件；吉隆把路抢到国门一公里内，尼侧伤亡账本跨过千人。科技栏：特纳斯接过苹果，讯飞把百万上下文放到端侧，罗曼遮阳罩弹起、日冕仪苏醒。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71323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28016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比什凯克把峰会开成交椅日；喜马拉雅两侧把同一条冰川写成两本还在改写的伤亡账。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11274552" cy="12344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789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10789920" cy="749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“站在关乎人类前途命运的十字路口，上海合作组织应该勇担历史责任，主动引领历史航向。”——习近平在比什凯克，据新华社。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3602736" cy="30632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46704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份成果文件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720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元首理事会批准宪章议定书、安全与禁毒中心条例等，巴基斯坦接任主席国。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3602736" cy="30632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3346704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1010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416052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遇难 · 尼方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45720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减灾部门1日上午报987，警方稍后称已发现1010具遗体。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3200400"/>
            <a:ext cx="3602736" cy="30632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346704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1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160520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距口岸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720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G216线1日10时50分抢通至吉隆口岸一公里以内。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宣言与扩桌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上午交椅换手，下午把议题推到联合国在场的那张更大的桌子上。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01　外交 · 比什凯克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上合元首理事会通过比什凯克宣言，巴方接任主席国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来源：新华社 / 央视  ·  news.cctv.com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当地时间1日上午，习近平出席上合组织成员国元首理事会第二十六次会议，发表《推动上海合作组织实现更高质量发展》。成员国签署二十五周年比什凯克宣言，批准宪章议定书等，通过28份成果文件，巴基斯坦接任2026–2027年度轮值主席国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成立25周年节点，组织把发展战略、安全中心与主席国交接一次落纸。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4807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02　外交 · 比什凯克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习近平在「上合组织+」倡议平等有序的世界多极化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来源：新华社  ·  news.cn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当地时间1日下午，习近平出席「上合组织+」会议，发表《共同倡导平等有序的世界多极化 实现更加公正合理的全球治理》。扎帕罗夫主持，成员国及蒙古、埃及、土耳其、越南等受邀国领导人和联合国秘书长古特雷斯等出席。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7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把上合扩成全球治理对话台，把多极化主张讲给观察员、对话伙伴和联合国听。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口岸与河谷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同一条冰川：北岸把路抢到一公里，南岸在隧道口与泥浆对峙。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03　公共事务 · 吉隆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吉隆救援第七日，G216抢通至口岸一公里内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来源：新华社  ·  ce.cn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新华社1日电，10时50分许G216线已抢通至距吉隆口岸一公里以内；口岸附近新开一座4/5G基站。军地连夜照明抢修，西藏军区已出动5架次直升机投送物资。上午9时55分，各救援点为遇难者默哀。伤亡仍为16遇难、546失联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道路距国门只剩最后一公里，搜救从「进得去」转入「抵口岸」。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4807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04　救灾 · 加德满都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尼泊尔遇难人数破千，水电隧道仍未见生还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来源：德国之声 / 红星新闻  ·  dw.com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尼泊尔减灾部门1日通报，截至9时确认987人遇难、3916人失踪；警方稍后称已发现1010具遗体。12处水电项目约900名工人下落不明，约500人据信困在隧道。军方称三条灌泥隧道仅寻获4具遗体，一处地下厂房距作业面仍有183米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7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同源冰川灾害南岸账本跨过千人门槛，隧道窗口还在与泥浆和氧气赛跑。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记者会与口径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比什凯克会晤次日，北京给出免签与南太两条官方句子。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7040880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0784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05　外交 · 北京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66385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外交部回应中俄免签永久化，驳斥干涉所罗门传言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34640"/>
            <a:ext cx="663854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来源：中新社 / 央视新闻  ·  chinanews.com.cn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45536"/>
            <a:ext cx="663854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郭嘉昆1日主持例行记者会。就普京「愿将免签转为永久安排」称，中俄相互免签体现高水平战略互信，便利人员往来。就新西兰外长暗示中方介入所罗门总理不信任案，称中方不干涉内政，有关说法毫无根据。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663440"/>
            <a:ext cx="663854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36592"/>
            <a:ext cx="66385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74336"/>
            <a:ext cx="663854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比什凯克会晤次日给出官方口径，同时划清南太岛国内政边界。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536192"/>
            <a:ext cx="4050791" cy="22402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664208"/>
            <a:ext cx="3703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时区边界 · 未收入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975104"/>
            <a:ext cx="370332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美军中央司令部称美东时间1日正午开始打击伊朗革命卫队目标。该时点合北京时间9月2日0时，已出本刊采编窗，不提前收入。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3913632"/>
            <a:ext cx="4050791" cy="239572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041648"/>
            <a:ext cx="3703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681728"/>
            <a:ext cx="3703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个科技合作项目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974336"/>
            <a:ext cx="3703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习在元首理事会提出，未来三年同上合国家联合实施，并建国际人工智能应用合作中心。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71323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280160"/>
            <a:ext cx="9601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库比蒂诺换主事人；合肥把百万上下文放到端侧；飞往L2的巡天台先挡光、再点亮日冕仪。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9/1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接任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特纳斯正式出任苹果CEO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100万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星火X2.5端侧原生上下文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6:05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EDT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罗曼遮阳罩展开完成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755648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1847088"/>
            <a:ext cx="24414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latin/>
                <a:ea typeface="Songti SC"/>
                <a:cs typeface="Songti SC"/>
              </a:rPr>
              <a:t>8:22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450592"/>
            <a:ext cx="24414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EDT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724912"/>
            <a:ext cx="244144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日冕仪上电完成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13632"/>
            <a:ext cx="11274552" cy="2395728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编辑观察 · 排除清单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70832"/>
            <a:ext cx="1088136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未混入：英伟达35亿美元入股联发科（8月31日美东首发，已见昨刊，1日为股价与分析复述）；工信部应用服务商专项（31日公开发布）；寒序uHBM架构（31日公布）；燧原科创板定价142.18元（31日晚公告）；苹果诉OpenAI补充证据（31日向法院提交）；罗曼天线展开（31日14:03 EDT完成，1日博客补记）。美伊新一轮交火见时政页时区说明。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交接与开源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一端换主事人，一端把长上下文从云端卸到手机和座舱。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06　互联网 · 库比蒂诺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约翰·特纳斯正式出任苹果CEO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来源：MacRumors / 美联社  ·  macrumors.com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苹果领导层页面1日显示，原硬件工程高级副总裁约翰·特纳斯已接任CEO，库克转任董事会执行主席。交接于4月宣布、9月1日生效。特纳斯将主持9月9日秋季发布会，外界预计推出iPhone 18 Pro及首款折叠机。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15年库克时代正式交棒，硬件出身的新帅要在一周内主持关键产品发布。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4807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07　人工智能 · 合肥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讯飞开源星火X2.5端侧模型，原生百万Token上下文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来源：新京报 / IT之家  ·  bjnews.com.cn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词元星火1日开源星火X2.5-4B与1.7B，称是端侧首个原生支持100万Token上下文的通用模型。全国产算力全流程训练，约20万亿Token预训练，适配英伟达、华为、海光等。权重已上Hugging Face。9月7日将发布293B基座。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7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百万上下文下放到可断网的端侧，国产算力训练路线第一次有可下载的对照物。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挡光与苏醒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先把帽檐弹起来，再点亮那台专门用来「看不见恒星」的相机。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08　科学突破 · 深空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罗曼望远镜遮阳罩展开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来源：NASA科学博客  ·  science.nasa.gov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NASA 1日称，可展开孔径罩于美东时间1日6:05完成展开，历时约8分钟，由三根电子触发支臂弹起，用于挡住杂散光。高增益天线已于31日14:03展开，本日不重收。宽视场仪器预计数周后上电，首批公开图像最早2027年初。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光学开口被护住，巡天台从「飞起来」进入「挡得住杂光」的在轨组装阶段。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36192"/>
            <a:ext cx="5468112" cy="477316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635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4807" y="1755648"/>
            <a:ext cx="100584" cy="10058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700784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09　科学突破 · 深空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1975104"/>
            <a:ext cx="506577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latin/>
                <a:ea typeface="Songti SC"/>
                <a:cs typeface="Songti SC"/>
              </a:rPr>
              <a:t>罗曼日冕仪上电，准备直接为系外行星拍照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852928"/>
            <a:ext cx="50657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来源：NASA科学博客  ·  science.nasa.gov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145536"/>
            <a:ext cx="5065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latin/>
                <a:ea typeface="Microsoft YaHei"/>
                <a:cs typeface="Microsoft YaHei"/>
              </a:rPr>
              <a:t>NASA称，日冕仪于美东时间1日7:27开始上电，8:22完成。该仪器用光学元件、掩模与可变形镜挡住恒星眩光，以拍摄更冷、更老、轨道更近的巨行星。随后将进行数月标定，任务首一年半内累计观测约三个月。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7" y="4663440"/>
            <a:ext cx="5065776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736592"/>
            <a:ext cx="506577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974336"/>
            <a:ext cx="5065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latin/>
                <a:ea typeface="Microsoft YaHei"/>
                <a:cs typeface="Microsoft YaHei"/>
              </a:rPr>
              <a:t>升空第三天最先进的星光抑制仪器苏醒，直接成像系外行星从设计走进在轨调试。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latin/>
                <a:ea typeface="Songti SC"/>
                <a:cs typeface="Songti SC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B8B0A4"/>
                </a:solidFill>
                <a:latin typeface="Calibri"/>
                <a:latin/>
                <a:ea typeface="Microsoft YaHei"/>
                <a:cs typeface="Microsoft YaHei"/>
              </a:rPr>
              <a:t>第244期  ·  2026年9月1日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09 /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7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7F4EF"/>
                </a:solidFill>
                <a:latin typeface="Cambria"/>
                <a:latin/>
                <a:ea typeface="Songti SC"/>
                <a:cs typeface="Songti SC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7F4EF"/>
                </a:solidFill>
                <a:latin typeface="Cambria"/>
                <a:latin/>
                <a:ea typeface="Songti SC"/>
                <a:cs typeface="Songti SC"/>
              </a:rPr>
              <a:t>峰会要交椅，口岸要抢通最后一公里，河谷要把千人账本写成隧道口的作业面。周二不是周一的复述：比什凯克交出宣言和二十八份文件，尼泊尔伤亡跨过一千，苹果换主事人，端侧第一次宣称百万上下文，巡天台先挡光再点亮日冕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87168"/>
            <a:ext cx="5468112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96896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时政五条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26080"/>
            <a:ext cx="5065776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1  上合元首理事会通过比什凯克宣言，巴方接任主席国
2  习近平在「上合组织+」倡议平等有序的世界多极化
3  吉隆救援第七日，G216抢通至口岸一公里内
4  尼泊尔遇难人数破千，水电隧道仍未见生还
5  外交部回应中俄免签永久化，驳斥干涉所罗门传言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87168"/>
            <a:ext cx="5468112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596896"/>
            <a:ext cx="5065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科技四条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926080"/>
            <a:ext cx="5065776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latin/>
                <a:ea typeface="Microsoft YaHei"/>
                <a:cs typeface="Microsoft YaHei"/>
              </a:rPr>
              <a:t>1  约翰·特纳斯正式出任苹果CEO
2  讯飞开源星火X2.5端侧模型，原生百万Token上下文
3  罗曼望远镜遮阳罩展开
4  罗曼日冕仪上电，准备直接为系外行星拍照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56048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latin/>
                <a:ea typeface="Microsoft YaHei"/>
                <a:cs typeface="Microsoft YaHei"/>
              </a:rPr>
              <a:t>方法：以 Asia/Shanghai 的昨天（2026-09-01，星期二）为采编窗口；只收该日发生或该日首发，交叉核验官方通报与两家以上报道。未混入8月31日中吉条约、习普会、英伟达入股联发科、工信部专项、库克最后一天、罗曼中途修正与天线展开。美军中央司令部正午打击合北京时间9月2日0时，不提前收入。Firecrawl 未安装鉴权，检索以公开网页交叉核验。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3620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41E3A"/>
                </a:solidFill>
                <a:latin typeface="Calibri"/>
                <a:latin/>
                <a:ea typeface="Microsoft YaHei"/>
                <a:cs typeface="Microsoft YaHe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