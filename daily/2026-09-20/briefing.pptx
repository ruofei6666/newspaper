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■ 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86384"/>
            <a:ext cx="4709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第贰陆叁期  ·  二零二六年九月二十日  ·  星期日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276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40944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纽约摩根大通总部，何立峰与贝森特、格里尔把第八轮经贸磋商开到美国。董建华公祭在香港殡仪馆举行。联大高级别周拉开，习近平不去纽约。科技栏记下力箭一号一箭九星，以及阶跃把600B MoE写成10月15日开源日程。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66160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31596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08576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纽约 · 公祭 · 联大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3566160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31596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608576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九星 · Agent · 因果链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4747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3566160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31596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608576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沪时昨日首发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143512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新华社22:51证实纽约开谈，是日内瓦以来首次在美举行的第八轮。董建华公祭由石泰峰致悼词。路透记下习近平跳过联大、美补缴7.25亿美元会费。科技栏不复述17日昇腾960、19日千问同传与Gemini越狱，改记力箭遥十八与Step 5 Preview；芯片流片与科学期刊首发不足，已标明缺口。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868680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4475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星期日没有例行记者会。政治栏先记下纽约开谈的现场，再记下香港殡仪馆的国葬礼宾，然后把联大周、美伊互威胁和尼泊尔外长启程排上同一张桌子。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11183112" cy="1325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76272"/>
            <a:ext cx="10698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刊头引语 · 贝森特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2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我期待今天进行聚焦、充分而有建设性的会谈，为领导人会晤铺路。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7673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第八轮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074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首次在美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754880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日内瓦会谈以来第一次把磋商地点设在美国本土。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7673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7.25亿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4074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美元会费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754880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美国本周补缴，以免在联大失去表决权，仍欠逾十亿。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65760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37673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4074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754880"/>
            <a:ext cx="3163824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董建华9月8日逝世，20日公祭，灵柩覆盖国旗。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纽约开谈与香港公祭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一张写进新华社通稿的开谈电讯，一场覆盖国旗的公祭现场。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01  ·  经贸磋商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中美经贸磋商在纽约开谈：第八轮、首次在美举行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/ 中国政府网  ·  联合早报  ·  路透交叉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新华社20日22:51电，当地时间上午，何立峰与贝森特、格里尔在纽约摩根大通总部开谈。议题含11月10日到期的关税休战、稀土与关键矿产、AI护栏及伊朗。此为日内瓦会谈以来第八轮、首次在美国举行。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把工作层谈判接到24日元首会晤前夜，AI首次进入这一轮经贸桌。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02  ·  公共事务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董建华先生公祭仪式在香港举行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·  人民网交叉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香港20日电，香港首任、第二任行政长官、全国政协原副主席董建华公祭仪式当日上午在香港殡仪馆举行。石泰峰受中央委托致悼词，梁振英主持，夏宝龙、李家超等出席。灵柩覆盖国旗。董建华9月8日逝世，享年89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这是中央对首位特区行政长官的国葬礼宾，把「一国两制」的人事记忆写成可核验的公祭现场。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双栏对照 · 联大与霍尔木兹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一边是元首不去纽约的联大周，一边是「可见面」与「可清除」写进同一天的美伊对峙。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440680" cy="47365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03  ·  多边外交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84832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联大高级别周拉开，习近平不去纽约改赴白宫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来源：路透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18688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路透20日沪时13:05电，近130位元首本周聚纽约。习近平跳过联大，改于24日在华盛顿会晤特朗普。古特雷斯把AI与中东、乌克兰并列核心议程。美国本周补缴7.25亿美元会费以免失去表决权，仍欠逾十亿。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70120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43272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81016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把联大周写成「元首不来纽约」的对照表，AI护栏与战争同时挤进同一张议程。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365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47088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810512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04  ·  中东安全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84832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美伊周日互放威胁，伊朗称霍尔木兹须按六月协议才开峡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44368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来源：路透 / Al-Monitor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18688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路透20日电，特朗普周日对福克斯称伊朗领导层须达成协议，否则经济溃败或被清除，同时称可在联大见佩泽希齐扬。伊军称任何新打击将持续报复美基地。伊朗重申六月协议条款兑现前不开霍尔木兹。胡塞周六袭利雅得余波仍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4770120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843272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081016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把「可见面」和「可清除」写进同一天，霍尔木兹与曼德海峡同时收紧能源出口。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气候诉求与周日台账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尼泊尔把博特科西洪灾带上联大；吉隆20日没有新的官方伤亡数字。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05  ·  公共事务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尼泊尔外长启程赴联大，气候正义成核心诉求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来源：南亚网视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南亚网视20日15:19电，外长卡纳尔当日启程赴纽约，总理沙阿将于22日率团、24日演讲。尼方将办「从萨加玛塔到海洋」边会，把博特科西洪灾与喜马拉雅气候风险写入联大诉求，并参加最不发达国家、77国集团和中国等部长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把跨境泥石流从搜救台账推进到气候融资与损失损害的外交桌。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  ·  信息对照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吉隆与尼泊尔伤亡：星期日没有新的官方台账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来源：交叉检索后的缺口说明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20日未见西藏救援指挥部或尼泊尔减灾局更新伤亡。应急部8月月报吉隆562、尼方1410/6055均属18–19日口径，不收入。商务部格雷厄姆法案答问亦属19日首发，今日只作背景，不另立条。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周日栏宁可标明没有新台账，也不拿昨天的数字再报一次。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463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868680"/>
            <a:ext cx="960120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星期日的科技栏把一枚商业火箭放在前，把一款开源日程写进中，把一条因果世界模型放在后。17日昇腾960、19日千问同传与Gemini越狱不混入。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76271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9星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61487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力箭遥十八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72383"/>
            <a:ext cx="235915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12:03 东风商业航天试验区入轨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2176271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600B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61487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072383"/>
            <a:ext cx="235915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激活27B，拟10月15日开源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176271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Top-1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761487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CausalWM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072383"/>
            <a:ext cx="235915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TriWorldBench 机器人世界模型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2084831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76271"/>
            <a:ext cx="2359152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61487"/>
            <a:ext cx="23591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芯片流片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72383"/>
            <a:ext cx="235915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海外与国产手机芯片未见首发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34840"/>
            <a:ext cx="11183112" cy="19202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57200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4608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海外芯片流片、国产手机芯片与除阶跃外的互联网平台20日未见可交叉核验的首发。科学期刊栏未见20日署期论文。不拿17日昇腾960、龙潭三期、Xing4.0、TorchX，以及19日千问同传、Gemini越狱、Hy4预览或脑内皮外泌体补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一箭九星与600B开源日程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一枚把通感智算送上天的商业火箭，一款把开源日写成报价单的MoE。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 01  ·  航天产业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力箭一号遥十八一箭九星，浦江四号与鹏城首发星入轨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·  中新社交叉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新华社酒泉20日12:28电，12时03分力箭一号遥十八在东风商业航天创新试验区一箭九星入轨。载荷含秦岭01/02、中国首颗二氧化碳甲烷点源探测卫星浦江四号，以及鹏城首发星、超智算一号等。力箭一号第16次飞行。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把温室气体点源探测和通感智算验证写进同一枚商业火箭，是周日最硬的产业首发。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 02  ·  人工智能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阶跃发布Step 5 Preview：600B MoE，10月15日开源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来源：IT之家  ·  阶跃官方  ·  智东西交叉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阶跃20日发布Step 5 Preview：600B MoE、激活27B，百万token上下文，支持文本与视觉。AA指数44分，开源前三。官方称单任务成本约为Claude Opus 5的八分之一。即日起API开放，权重拟10月15日释放。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把国产旗舰从问答模型推进到可报价的长程Agent，并给出明确开源日。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因果链与芯片缺口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实验室把光流写成可干预的推理步骤；芯片栏今天交白卷。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 03  ·  具身智能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Aether AI发布CausalWM：把因果思维链焊进世界模型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来源：机器之心  ·  项目主页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机器之心20日报道，Aether AI发布16B因果世界模型CausalWM，按光流→几何→未来画面显式推理，在TriWorldBench登顶。代码与权重同步公开。OpenReview文稿署期11日，20日为模型与基准的中文首发。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把世界模型从「看起来合理」推进到可干预的因果链，是具身智能的一条非堆参路径。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27632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828800"/>
            <a:ext cx="91440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92224"/>
            <a:ext cx="48737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  ·  信息不足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066544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芯片与科学期刊：星期日没有可核验的首发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926080"/>
            <a:ext cx="503834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来源：交叉检索后的缺口说明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200400"/>
            <a:ext cx="5038344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20日未见台积电、英伟达、AMD、高通或国产手机芯片的可交叉首发；《自然》《科学》无20日署期论文。龙潭三期属17–18日，Xing4.0与TorchX属17日，A20 Pro演示属19日开发者短片，均不收入。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7376" y="4751832"/>
            <a:ext cx="5038344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824984"/>
            <a:ext cx="5038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5062728"/>
            <a:ext cx="503834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周日科技栏宁可标明信息不足，也不用展会复述或预印本日期错位的稿件填满版面。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0" y="256032"/>
            <a:ext cx="5669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第263期  ·  2026年9月20日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收束摘要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星期日不是星期六的复述。新华社把纽约开谈写成22:51的电讯，董建华公祭在香港殡仪馆落幕。路透记下习近平不去纽约、美补缴会费，以及美伊把「可见面」和「可清除」写进同一天。科技栏交出力箭一箭九星、阶跃600B开源日程和一篇因果世界模型。芯片流片与科学期刊首发不足，不拿全联接复述补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时政五条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62656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中美经贸磋商在纽约开谈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2  董建华先生公祭仪式在香港举行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3  联大高级别周拉开，习近平不去纽约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4  美伊周日互放威胁，霍尔木兹仍关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5  尼泊尔外长启程赴联大谈气候正义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56032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科技三条 + 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62656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力箭一号遥十八一箭九星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2  阶跃Step 5 Preview，10月15日开源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3  CausalWM把因果链焊进世界模型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4  芯片与科学期刊：信息不足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方法：以Asia/Shanghai日历2026-09-20为收集窗，只收该日发生或该日首发。交叉核验新华社、中国政府网、联合早报、路透、Al-Monitor、人民网、南亚网视、中新社、IT之家、阶跃与机器之心。未混入19日白宫行程、何立峰官宣、格雷厄姆答问、尼方1410/6055、千问同传、Gemini越狱，以及17日昇腾960。油价周一开盘见诸沪时21日，不提前收入。Firecrawl已安装但未鉴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第263期 · 时政5 · 科技3 · 合计8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