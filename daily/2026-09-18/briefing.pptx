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■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49808"/>
            <a:ext cx="41605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mbria"/>
                <a:ea typeface="Cambria"/>
              </a:rPr>
              <a:t>第贰陆壹期  ·  二零二六年九月十八日  ·  星期五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111556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1115568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九一八的官方口径、仙宾礁的擦碰、吉隆写入月报，以及五角大楼把驻欧撤军写成选项。科技栏把流体奇点、一人一药与两支脑祖细胞交给《自然》，网络层留给全联接大会次日。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361188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493008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279392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617720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九一八 · 仙宾礁 · 吉隆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383280"/>
            <a:ext cx="361188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3493008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279392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617720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流体 · ALS · 后脑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383280"/>
            <a:ext cx="361188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493008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4279392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4617720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沪时昨日首发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30368"/>
            <a:ext cx="11155680" cy="13258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郭嘉昆把九一八写成被隐瞒的战争阴谋，并点名人工智能过滤东京审判档案。仙宾礁上午擦碰，中菲各执航海日志。应急部第一次把吉隆口岸562人死亡失踪写进8月全国灾情。新华社沪时见报美国返还64件套文物。NBC于美东17日傍晚、合沪时18日凌晨披露五角大楼评估撤出近三分之一驻欧美军。科技栏不复述17日昇腾960，改记《自然》三篇与华为星河网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201168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868680"/>
            <a:ext cx="923544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44752"/>
            <a:ext cx="92354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星期五的政治栏先记纪念日上的历史定性，再记南海上午的船体接触，然后把口岸数字、文物回归与驻欧态势放上同一张台账。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11183112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刊头引语 · 外交部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1078992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否认侵略罪行就是挑战历史定论、破坏战后国际秩序。我们敦促日方正视并深刻反省侵略历史……绝不允许日本军国主义死灰复燃。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3611880" cy="2697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749039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526280"/>
            <a:ext cx="324612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周年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846320"/>
            <a:ext cx="324612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九一八事变当日，东京审判开庭80周年被写进同一条口径。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11880"/>
            <a:ext cx="3611880" cy="2697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3749039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562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526280"/>
            <a:ext cx="324612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死亡失踪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846320"/>
            <a:ext cx="324612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吉隆口岸首次进入8月全国自然灾害月报，灾情仍在核查。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611880"/>
            <a:ext cx="3611880" cy="2697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749039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1/3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4526280"/>
            <a:ext cx="324612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驻欧评估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4846320"/>
            <a:ext cx="324612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约8万驻欧美军中，2.5万乃至更多被写成可撤出的选项。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纪念日与海面接触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一条写进记者会的历史定性，一艘在仙宾礁被双方各指为肇事者的公务船。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01  ·  历史与再军事化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郭嘉昆：九一八是被隐瞒的战争阴谋，日方用AI洗白档案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来源：外交部  ·  新华社交叉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九一八事变95周年当天，郭嘉昆称事变是日本政府长期隐瞒的战争阴谋，东京审判开庭恰逢80周年。他指日本教科书淡化侵略，右翼用人工智能过滤战前档案与审判记录，否认主义意在为再军事化扫障。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把历史否认、再军事化与AI档案清洗写进同一条官方口径，是对高市政府安全路线的直接政治定性。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02  ·  南海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仙宾礁擦碰：中菲互指对方撞船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中国海警局  ·  联合早报交叉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18日上午，海警称三洲澳艇在仙宾礁附近执法时，菲3015号船突然加速斜插船艏发生擦碰，责任在菲。菲海警称中国海警21585号船两次横切，11时13分撞上BRP Datu Magat Salamat，右舷受损。郭嘉昆要求菲方停止侵权与虚假叙事。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南海摩擦在联大周期前再起，双方各执视频与航海日志，误判成本上升。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口岸月报与回归清单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一张第一次收口的国家灾情台账，一份在纽约签字的64件套目录。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03  ·  公共事务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应急部：吉隆口岸562人死亡失踪，8月全国受灾1262万人次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来源：应急管理部  ·  联合早报交叉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国家防减救灾委办公室与应急部18日发布8月灾情：全国1262万人次受灾，死亡失踪595人，直接损失360.3亿元。其中8月26日尼泊尔一侧泥石流造成吉隆口岸562人死亡失踪，灾情仍在核查。台风“白海豚”造成880.1万人次受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这是口岸灾害首次被写入全国月报的官方汇总数，把分散搜救数字收成一张国家台账。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04  ·  中美人文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美国向中方返还64件套文物与化石，含天龙山菩萨身躯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 ·  外交部交叉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新华社纽约17日电、沪时18日见报：文物局在华盛顿、纽约接收美方两批共64件套文物与化石，含天龙山第17窟菩萨身躯。饶权签署确认书。郭嘉昆称这是落实元首北京会晤共识、构建建设性战略稳定关系的人文成果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在中美高层互动仍在沟通之际，文物返还被写成可核验的务实合作，而非口头预期。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双栏对照 · 驻欧与汽车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一边是华盛顿把驻欧美军写成可撤选项，一边是布鲁塞尔把混动份额写成15%的政治要价。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349240" cy="47548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55648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05  ·  大西洋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29968"/>
            <a:ext cx="49377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五角大楼评估从欧洲撤出近三分之一美军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72384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来源：NBC News  ·  路透交叉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83280"/>
            <a:ext cx="4937760" cy="1645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NBC于美东17日16:06（沪时18日4:06）报道，五角大楼评估从欧洲撤出2.5万乃至更多美军，约占驻欧8万人的三分之一。路透证实北约盟军最高司令格林凯维奇18日参加对政策主官科尔比的通报，至少四套方案将于11月6日前呈赫格塞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120640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93792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413248"/>
            <a:ext cx="493776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驻欧态势审查从传闻进入决策简报，欧洲防务负担与俄乌、中东两条战线同时承压。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5349240" cy="47548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55648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06  ·  中欧经贸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029968"/>
            <a:ext cx="49377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郭嘉昆回应欧盟要求中国混动在欧份额压至15%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72384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来源：中华人民共和国外交部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383280"/>
            <a:ext cx="4937760" cy="1645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俄新社问及欧盟呼吁中方自愿将混合动力汽车在欧市场份额限制在15%以下以免贸易战。郭嘉昆称具体问题问主管部门，强调中欧经贸互利共赢，希望欧方遵守世贸规则，并将采取必要措施维护企业权益。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5120640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5193792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413248"/>
            <a:ext cx="493776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继采购法「欧洲优先」之后，混动配额成为中欧汽车摩擦的新接口。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201168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868680"/>
            <a:ext cx="923544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44752"/>
            <a:ext cx="92354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星期五的科技栏把三篇《自然》系首发放在前，把全联接大会次日的网络设备放在后。17日昇腾960、麒麟与联发科峰会稿不混入。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26974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212848"/>
            <a:ext cx="24231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70nm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71216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涡旋奇点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200400"/>
            <a:ext cx="24231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连续介质假设在分子自由程处失效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2103120"/>
            <a:ext cx="26974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212848"/>
            <a:ext cx="24231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6剂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871216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鞘内给药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200400"/>
            <a:ext cx="24231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CHCHD10 个性化反义核酸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2103120"/>
            <a:ext cx="26974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212848"/>
            <a:ext cx="24231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2支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871216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脑祖细胞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200400"/>
            <a:ext cx="24231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Otx2 与 Gbx2 互不混合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704" y="2103120"/>
            <a:ext cx="26974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212848"/>
            <a:ext cx="24231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11μs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871216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端到端时延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200400"/>
            <a:ext cx="24231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星河灵衢交换机新口径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11183112" cy="1737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73168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65776"/>
            <a:ext cx="10789920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</a:rPr>
              <a:t>国产互联网平台、海外芯片流片与手机芯片18日未见可交叉核验的首发。科学栏以《自然》新闻与《自然神经科学》论文为主，不拿8日纳维–斯托克斯声明或17日昇腾960复述补页。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流体边界与一人一药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一篇把数学奇点改写成物理尺度，一篇把超罕见突变写成可复述的临床改善。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01  ·  科学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《自然》：纳维–斯托克斯奇点把连续介质假设推到分子尺度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18日《自然》新闻分析上周OpenAI声称的千禧年问题证明：涡旋拉长至约70纳米时出现奇点，宽度已接近空气分子自由程。物理学家指出，方程在该尺度不再描述真实流体，湍流研究正转向超越经典方程。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把8日数学声明改写成18日的物理边界问题，焦点从「谁证明了」转到「方程在何处失效」。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02  ·  生物医学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首例个性化反义核酸治疗罕见ALS，患者症状改善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来源：Nature  ·  《Med》交叉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《自然》18日报道，《Med》发表首例针对CHCHD10突变的个性化反义寡核苷酸治疗。患者2024年4月至2025年4月接受6次鞘内给药，运动与呼吸评分改善，无严重不良反应，仍在执业。作者称持续改善在未治疗ALS中罕见。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把「一人一药」的RNA疗法从试验登记推进到可核验的临床改善，为其他超罕见神经突变提供模板。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两支祖细胞与网络层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实验室第一次承认后脑走另一条轨道；展台上把时延与功耗写成可报价的交换机。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03  ·  发育生物学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《自然神经科学》：大脑来自两支互不混合的祖细胞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来源：Stanford Medicine  ·  Nature交叉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斯坦福团队18日在《自然神经科学》发文：原肠胚期同时出现Otx2前脑/中脑祖细胞与Gbx2后脑祖细胞，谱系互不重叠。据此首次从人多能干细胞高效诱导后脑菱脑节5/6运动神经元。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挑战「单一神经祖细胞生成全脑」的教科书模型，并给出后脑运动神经元的体外制备路径。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27632"/>
            <a:ext cx="5349240" cy="48280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3736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04  ·  算力网络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011680"/>
            <a:ext cx="493776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华为发布星河AI网络与NPO交换机，端到端时延降至11微秒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9067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来源：美通社 / 华为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01568"/>
            <a:ext cx="493776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全联接大会次日，华为升级星河AI网络：UBG灵衢交换机SF9300把端到端时延从20微秒降至11微秒；NPO交换机XH9300-EN互联功耗从1000W降至600W。广域侧算网一体机将分支算卡从8张压到2张，银行现网称千公里算效损失低于2%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5193792"/>
            <a:ext cx="49377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5266944"/>
            <a:ext cx="49377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504688"/>
            <a:ext cx="49377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这是17日昇腾超节点之后的网络层落地，把柜间互联与跨城用算写成可报价的设备清单。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第261期  ·  2026年9月18日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56032"/>
            <a:ext cx="21488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1183112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</a:rPr>
              <a:t>收束摘要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11155680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Cambria"/>
              </a:rPr>
              <a:t>星期五不是星期四的复述。九一八被写成战争阴谋与AI洗白档案，仙宾礁把两艘船的船艏写进同一上午。吉隆562第一次进入国家月报，64件套文物在沪时见报。驻欧撤军从NBC夜稿走进18日北约司令通报，混动15%成为中欧新接口。科技栏交出三篇《自然》系首发和一份星河网络清单。互联网平台与海外芯片首发不足，不拿17日超节点补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07792"/>
            <a:ext cx="5486400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2907792"/>
            <a:ext cx="5486400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28416"/>
            <a:ext cx="5120640" cy="1783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郭嘉昆谈九一八与AI洗白档案
2  仙宾礁中菲互指撞船
3  吉隆口岸562人写入8月月报
4  美国返还64件套文物化石
5  五角大楼评估撤出近三分之一驻欧美军
6  外交部回应欧盟混动份额15%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01752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科技四条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328416"/>
            <a:ext cx="5120640" cy="1783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《自然》把纳维–斯托克斯奇点写成物理尺度
2  个性化反义核酸改善罕见ALS
3  大脑来自两支互不混合的祖细胞
4  华为星河AI网络与NPO交换机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1115568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方法：以 Asia/Shanghai 日历 2026-09-18 为收集窗，只收该日发生或该日首发。交叉核验外交部、应急部、新华社、NBC、路透、《自然》与斯坦福医学院。未混入17日王毅—鲁比奥通话、丁薛祥东博会、美联储加息、格雷厄姆法案、昇腾960/Peerium、联发科Genio Pro 5100，以及8日纳维–斯托克斯声明复述。尼泊尔1410见诸17日深夜/18日0:10交叉口径不一，6055见诸19日凌晨，均不收入。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第261期 · 时政6 · 科技4 · 合计10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