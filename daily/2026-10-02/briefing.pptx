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第011期  ·  2026年10月2日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5852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●  THE MORNING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868680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ASIA / SHANGHAI　昨日新闻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88720"/>
            <a:ext cx="11183112" cy="274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61872"/>
            <a:ext cx="11183112" cy="91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44752"/>
            <a:ext cx="111556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第零壹壹期  ·  二零二六年十月二日  ·  星期五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828800"/>
            <a:ext cx="111556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只收录该日发生或该日首发的稿件。海峡再响一发，驾驶舱写成国家幕后，芯片第一次在轨应答。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11880"/>
            <a:ext cx="3520440" cy="16916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730752"/>
            <a:ext cx="31089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572000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时政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86460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联大 · 海峡 · 长假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611880"/>
            <a:ext cx="3520440" cy="16916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8" y="3730752"/>
            <a:ext cx="31089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572000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科技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486460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捕日者 · Astra · 对接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3611880"/>
            <a:ext cx="3520440" cy="169164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0728" y="3730752"/>
            <a:ext cx="31089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8" y="4572000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合计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0728" y="486460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周五沪时首发可核验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532120"/>
            <a:ext cx="111556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今日主线：傅聪代表28国在联大三委吁遏止单边强制措施。霍尔木兹油轮再遭不明飞行物击中；特朗普把迪拜航空喋血写成可能涉伊，以方暂无证据。谷歌确认捕日者入轨，Astra Ultrafast 可调用，Crew-13 以七小时五十五分对接，重型猎鹰首飞国家侦察局。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第011期  ·  2026年10月2日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828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960120"/>
            <a:ext cx="95097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时政开篇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536192"/>
            <a:ext cx="9509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升旗与招待会已入前刊。周五轮到多边人权场合的共同发言，以及美伊把一架客机写成可能报复的理由。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11183112" cy="14173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04288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引　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1069848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“根据目前听到的消息，我会说答案是『是』。”——特朗普被问及 FZ1073 是否与伊朗有关；中央社华盛顿电，沪时 2 日 02:35 见报。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40480"/>
            <a:ext cx="3520440" cy="23317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977639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01:50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64515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霍尔木兹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956048"/>
            <a:ext cx="31089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UKMTO 接报油轮遭不明飞行物击中起火，船员安全。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3840480"/>
            <a:ext cx="3520440" cy="23317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3977639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02:35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464515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白宫联访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956048"/>
            <a:ext cx="31089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特朗普称喋血「与伊朗有关」，若证实将予沉重打击。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3840480"/>
            <a:ext cx="3520440" cy="233172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0728" y="3977639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06:27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8" y="4645152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联大三委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8" y="4956048"/>
            <a:ext cx="31089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新华社首发傅聪代表 28 国共同发言，点名关税胁迫。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第011期  ·  2026年10月2日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二十八国，写进三委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外交部休会至八日。中方把关税政治化写进联大人权场合。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11183112" cy="4434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01752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4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国共同发言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30175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01　时政 · 联合国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22191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6:27 新华社首发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30175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现场发言在 1 日联大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011680"/>
            <a:ext cx="7223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中方吁遏止单边强制措施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788920"/>
            <a:ext cx="7223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来源：新华社　·　news.cn/world/20261002/…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154680"/>
            <a:ext cx="722376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傅聪1日代表安提瓜和巴布达、白俄罗斯、古巴、朝鲜、伊朗、巴基斯坦、俄罗斯、中国等28国在联大第三委员会发言，指单边强制措施与次级制裁威胁粮能金融安全，并以关税作胁迫工具。28国要求立即无条件取消，请秘书长继续监测。新华社2日6时27分首发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4983480"/>
            <a:ext cx="722376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5063480"/>
            <a:ext cx="7223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5243480"/>
            <a:ext cx="7223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国庆休会周里，这是中方把关税政治化写进多边人权场合的共同发言。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第011期  ·  2026年10月2日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海峡再响，驾驶舱上纲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一发可核验的实弹，一句尚未核验的国家幕后。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394960" cy="4434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海峡 ·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霍尔木兹油轮再遭袭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来源：UKMTO / 法新社　·　arabnews.com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49377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英国海上贸易行动处1日17:50 UTC（沪时2日1:50）接报，一艘过峡油轮遭不明飞行物击中起火，船员安全，损毁未明。法新社2日转发。伊半官方媒体称一艘250万桶级超大油轮在阿曼海岸外起火。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83480"/>
            <a:ext cx="493776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63480"/>
            <a:ext cx="4937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43480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美伊口头威胁之外，海峡当天又写出一桩可核验的实弹记录。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81928" y="1783080"/>
            <a:ext cx="5394960" cy="4434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9385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美伊 ·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212848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特朗普指喋血涉伊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99923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来源：中央社　·　cna.com.tw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310128"/>
            <a:ext cx="49377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中央社2日2:35见报：特朗普称FZ1073驾驶舱袭击「与伊朗有关」，若证实将予沉重打击。内塔尼亚胡称副驾阿曼籍、受极端思想影响，但指谈伊朗仍过早；以官员初步未见伊朗痕迹。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0528" y="4983480"/>
            <a:ext cx="493776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5063480"/>
            <a:ext cx="4937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5243480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同一事件上，白宫把国家幕后写成可能报复的理由，现场调查仍停在孤狼。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第011期  ·  2026年10月2日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半径拉长，祝酒续场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假期次日把内需写成机票半径，把外交写成另一组总理名单。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394960" cy="4434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消费 ·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长假深度游改写半径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来源：新华社　·　xinhuanet.com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49377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新华社2日9:10综合：每十人中有一人将中秋国庆合并连休。美团称机票预订同比增44%，超2000公里长航线增76%，多目的地用户增70%。同程多国联游热度增65%，平均串联2.8国。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83480"/>
            <a:ext cx="493776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63480"/>
            <a:ext cx="4937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43480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假期次日把「十五五」开局年的内需，写成可核验的出行半径，而不是口号。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81928" y="1783080"/>
            <a:ext cx="5394960" cy="4434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9385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外交 ·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212848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巴捷总理续贺华诞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99923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来源：新华社　·　news.cn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310128"/>
            <a:ext cx="49377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新华社2日15:31综合：巴基斯坦总理夏巴兹、捷克总理巴比什、巴哈马总理戴维斯等出席使领馆招待会。巴比什称双边关系正重返健康发展轨道；肯尼亚外长谈公路铁路与可再生能源；德国外交部国务秘书希望各层面继续对话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0528" y="4983480"/>
            <a:ext cx="493776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5063480"/>
            <a:ext cx="4937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5243480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1日祝贺稿已见前刊。本日是另一组政要名单，休会周里仍是可见的官方外交色彩。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第011期  ·  2026年10月2日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828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960120"/>
            <a:ext cx="95097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科技开篇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536192"/>
            <a:ext cx="9509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周五的科技栏先核对接是否破纪录，再听捕日者第一次应答，夜里把一枚保密载荷送上高能轨道。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48840"/>
            <a:ext cx="2651760" cy="2148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240280"/>
            <a:ext cx="23957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07:05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880360"/>
            <a:ext cx="23957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沪时对接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3145536"/>
            <a:ext cx="2395728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Crew-13 以 7 小时 55 分成为最快美船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148840"/>
            <a:ext cx="2651760" cy="2148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1296" y="2240280"/>
            <a:ext cx="23957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880360"/>
            <a:ext cx="23957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颗在轨 TPU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3145536"/>
            <a:ext cx="2395728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捕日者原型已取得联系，运行符合预期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148840"/>
            <a:ext cx="2651760" cy="2148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2240280"/>
            <a:ext cx="23957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8×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880360"/>
            <a:ext cx="23957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生成加速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145536"/>
            <a:ext cx="2395728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Astra Ultrafast 在 Blackwell 上可调用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2148840"/>
            <a:ext cx="2651760" cy="2148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6" y="2240280"/>
            <a:ext cx="23957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2880360"/>
            <a:ext cx="239572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国内发射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3145536"/>
            <a:ext cx="2395728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检索未见 2 日长征或商业火箭通稿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480560"/>
            <a:ext cx="11183112" cy="17373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617720"/>
            <a:ext cx="10698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编辑观察 · 排除清单与缺口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919472"/>
            <a:ext cx="1069848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未混入：天安门升旗、1日多国祝贺、村田闯馆开庭、《时代》专访与第三航母群（已见1日刊）；Gemini 4 Argon、Mate 90、Crew-13升空（1日首发）。捕日者确认博客、Astra Ultrafast、Crew-13对接均在1日16:00 UTC之后，折沪时入本日。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第011期  ·  2026年10月2日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芯片上天，地面第一次应答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九月二十四日只是计划。本日才把自研加速器写成在轨通电。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6903720" cy="4434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6446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06　航天计算 · 山景城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67712"/>
            <a:ext cx="64465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捕日者原型已入轨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6446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来源：Google Research　·　blog.google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01568"/>
            <a:ext cx="64465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Travis Beals于1日23:30 UTC（沪时2日7:30）确认：与Planet合造的原型随Transporter-18升空，地面已取得联系、运行符合预期。同行评审论文同日见《焦耳》。后续收集发射应力、辐射与热极端数据。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074920"/>
            <a:ext cx="644652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54920"/>
            <a:ext cx="64465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34920"/>
            <a:ext cx="64465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9月24日只是计划。本日才把自研AI芯片第一次写成在轨通电。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1783080"/>
            <a:ext cx="4050791" cy="205740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1920240"/>
            <a:ext cx="36576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TPU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2606040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在轨验证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2907792"/>
            <a:ext cx="3657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后续数周看振动、辐射与热循环，而不是地面质子束。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4023360"/>
            <a:ext cx="4050791" cy="219456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4160520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C41E3A"/>
                </a:solidFill>
                <a:latin typeface="Cambria"/>
                <a:ea typeface="Cambria"/>
                <a:cs typeface="Cambria"/>
              </a:rPr>
              <a:t>Joule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4709160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同行评审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5010912"/>
            <a:ext cx="365760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发射同日交出论文。经济可行性仍明确不在研究范围内。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第011期  ·  2026年10月2日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更快一档，最快一艘美船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一条是推理档位写成产品。一条是前刊留下的对接窗口。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5394960" cy="4434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人工智能 · 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Astra Ultrafast 上线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来源：NVIDIA Blog　·　blogs.nvidia.com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10128"/>
            <a:ext cx="49377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英伟达博客1日23:44 UTC（沪时2日7:44）称，GPT-6 Astra Ultrafast已在API及符合条件的ChatGPT Work、Codex上线，跑在Blackwell上，生成可比标准档最高快8倍。OpenAI用自有模型优化推理；API以gpt-6-astra加ultrafast档调用。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983480"/>
            <a:ext cx="493776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63480"/>
            <a:ext cx="4937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43480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前刊只记下档期。本日才把「更快一档」写成可调用的产品。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81928" y="1783080"/>
            <a:ext cx="5394960" cy="4434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9385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航天 · 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212848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七小时五十五分对接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999232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来源：NASA　·　nasa.gov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310128"/>
            <a:ext cx="49377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Dragon于1日19:05 EDT（沪时2日7:05）对接和谐号前向端口，发射至对接7小时55分，为空间站史上最快美国飞船。舱门21:19 EDT开启，沃特金斯、德莱尼、库特里克、捷捷里亚特尼科夫加入第75远征队。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0528" y="4983480"/>
            <a:ext cx="493776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5063480"/>
            <a:ext cx="49377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5243480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1日刊只记升空。对接破纪录发生在沪时2日清晨。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第011期  ·  2026年10月2日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第三射，保密载荷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国内发射栏留白。佛罗里达夜里把重型猎鹰第一次交给国家侦察局。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6903720" cy="4434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6446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09　航天 · 肯尼迪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67712"/>
            <a:ext cx="64465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重型猎鹰首飞国家侦察局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6446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来源：SpaceX / Space.com　·　spacex.com/launches/nrol97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93008"/>
            <a:ext cx="64465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猎鹰重型1日23:54 EDT（沪时2日11:54）自肯尼迪39A发射NROL-97，为国家侦察局首次使用该型火箭。两侧助推器回收至1、2号着陆区，芯级消耗。载荷保密，为SpaceX同日第三射。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074920"/>
            <a:ext cx="6446520" cy="9144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54920"/>
            <a:ext cx="64465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为何重要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34920"/>
            <a:ext cx="64465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公开信息止于火箭与回收。重型构型本身说明载荷重、轨道高，而不是又一次商业拼单。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1783080"/>
            <a:ext cx="4050791" cy="4434840"/>
          </a:xfrm>
          <a:prstGeom prst="rect">
            <a:avLst/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1938528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信息不足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2240280"/>
            <a:ext cx="3657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A1A1A"/>
                </a:solidFill>
                <a:latin typeface="Cambria"/>
                <a:ea typeface="Cambria"/>
                <a:cs typeface="Cambria"/>
              </a:rPr>
              <a:t>发射栏与芯片栏留白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5552" y="2926080"/>
            <a:ext cx="365760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当日无国内航天发射通稿。
《Nature Sensors》2日光子神经元简报，原文8月27日已刊，不写成周五突破。
通义 / 混元开源稿为转载站，未核验官方首发。
产业芯片栏偏薄。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每日时政科技简报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"/>
            <a:ext cx="5120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第011期  ·  2026年10月2日  ·  星期五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晨刊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66928"/>
            <a:ext cx="11183112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03504"/>
            <a:ext cx="11183112" cy="91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68680"/>
            <a:ext cx="5852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THE EVENING LEDGER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868680"/>
            <a:ext cx="42062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第011期 · 收束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11183112" cy="274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43584"/>
            <a:ext cx="11183112" cy="9144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1732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 i="0">
                <a:solidFill>
                  <a:srgbClr val="F7F4EF"/>
                </a:solidFill>
                <a:latin typeface="Cambria"/>
                <a:ea typeface="Cambria"/>
                <a:cs typeface="Cambria"/>
              </a:rPr>
              <a:t>海峡有弹，轨道有应答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03120"/>
            <a:ext cx="111556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E8E2D8"/>
                </a:solidFill>
                <a:latin typeface="Calibri"/>
                <a:ea typeface="Calibri"/>
                <a:cs typeface="Calibri"/>
              </a:rPr>
              <a:t>傅聪把关税胁迫写进28国共同发言。霍尔木兹再响一发，白宫把驾驶舱袭击写成可能涉伊，调查仍停在孤狼。长假把出行半径拉长，另一组总理到使馆祝酒。捕日者第一次在轨应答，Astra 更快一档可调用，Crew-13 破了美船对接纪录，重型猎鹰把保密载荷送上高能轨道。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00400"/>
            <a:ext cx="5394960" cy="233172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01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时政五条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493776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1. 中方吁遏止单边强制措施
2. 霍尔木兹油轮再遭袭
3. 特朗普指喋血涉伊
4. 长假深度游改写半径
5. 巴捷总理续贺华诞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3200400"/>
            <a:ext cx="5394960" cy="233172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331012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科技四条 · 缺口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611880"/>
            <a:ext cx="493776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F7F4EF"/>
                </a:solidFill>
                <a:latin typeface="Calibri"/>
                <a:ea typeface="Calibri"/>
                <a:cs typeface="Calibri"/>
              </a:rPr>
              <a:t>1. 捕日者原型已入轨
2. Astra Ultrafast 上线
3. 七小时五十五分对接
4. 重型猎鹰首飞国家侦察局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6692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C9C2B6"/>
                </a:solidFill>
                <a:latin typeface="Calibri"/>
                <a:ea typeface="Calibri"/>
                <a:cs typeface="Calibri"/>
              </a:rPr>
              <a:t>日期窗口：Asia/Shanghai 2026-10-02 00:00 至 2026-10-03 00:00。交叉来源：新华社、中央社、UKMTO、法新社、Google Research、NVIDIA、NASA、SpaceX、Space.com。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217920"/>
            <a:ext cx="11155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C41E3A"/>
                </a:solidFill>
                <a:latin typeface="Calibri"/>
                <a:ea typeface="Calibri"/>
                <a:cs typeface="Calibri"/>
              </a:rPr>
              <a:t>每日时政科技简报 · 第011期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