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Calibri"/>
              </a:rPr>
              <a:t>THE MORNING 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38404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Calibri"/>
              </a:rPr>
              <a:t>第003期  ·  上海刊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128016" cy="12801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78638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4EF"/>
                </a:solidFill>
                <a:latin typeface="Cambria"/>
                <a:ea typeface="Cambria"/>
              </a:rPr>
              <a:t>NEWSROOM  ·  ASIA / SHANGHAI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7F4EF"/>
                </a:solidFill>
                <a:latin typeface="Cambria"/>
                <a:ea typeface="Cambria"/>
              </a:rPr>
              <a:t>二零二六年九月二十四日  ·  星期四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1280160" cy="45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6858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FE8DC"/>
                </a:solidFill>
                <a:latin typeface="Calibri"/>
                <a:ea typeface="Calibri"/>
              </a:rPr>
              <a:t>只记昨日事，不贩未知风。专机入华盛顿，白宫铺红毯；贝森特先说休战延期，外交部未予证实。韩正联大现场通稿至截稿仍缺。时政六章，科技五章，凡十一则。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3063240"/>
            <a:ext cx="3886200" cy="2331720"/>
          </a:xfrm>
          <a:prstGeom prst="rect">
            <a:avLst/>
          </a:prstGeom>
          <a:solidFill>
            <a:srgbClr val="24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31821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本期目录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49300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  抵达华盛顿与白宫欢迎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2  会谈开场对照贸易休战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3  外交部与国防部记者会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4  遥感卫星与轨道算力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5  Gemini 4、具身模型与音频芯片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6364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ASIA / SHANGHAI  ·  昨日日历 2026-09-24  ·  不收录更早稿件与今日凌晨之后首发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88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9601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POLICY  ·  DIPLOMACY  ·  PUBLIC AFFAIRS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Rectangle 8"/>
          <p:cNvSpPr/>
          <p:nvPr/>
        </p:nvSpPr>
        <p:spPr>
          <a:xfrm>
            <a:off x="9464040" y="932688"/>
            <a:ext cx="2212848" cy="84124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987552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E8DC"/>
                </a:solidFill>
                <a:latin typeface="Calibri"/>
                <a:ea typeface="Calibri"/>
              </a:rPr>
              <a:t>精选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Cambria"/>
              </a:rPr>
              <a:t>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4EF"/>
                </a:solidFill>
                <a:latin typeface="Calibri"/>
                <a:ea typeface="Calibri"/>
              </a:rPr>
              <a:t>元首现场四则 · 部委两则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昨日主线只有一条：中美元首从机坪走到白宫南草坪。北京时间二十四日清晨见抵达通稿，夜间见欢迎仪式致辞；会谈完整成果清单至截稿仍未由双方同步公布。韩正联大现场通稿亦未见到权威首发，本版标明信息不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11183112" cy="1691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刊头引句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9300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7F4EF"/>
                </a:solidFill>
                <a:latin typeface="Cambria"/>
                <a:ea typeface="Cambria"/>
              </a:rPr>
              <a:t>“中美不必讳言竞争，但竞争应该是良性的、有边界的，应该是你追我赶的赛跑，而不是你输我赢的角斗。”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1596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D2C8"/>
                </a:solidFill>
                <a:latin typeface="Calibri"/>
                <a:ea typeface="Calibri"/>
              </a:rPr>
              <a:t>—— 习近平　白宫欢迎仪式致辞（2026年9月24日，华盛顿）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029200"/>
            <a:ext cx="11183112" cy="1417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13248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韩正赴纽约出席第八十一届联大一般性辩论，系二十二日宣布、二十四日至二十六日行程。检索未见二十四日抵达、会见或一般性辩论现场的权威通稿，故不入正刊，列入收束页待补。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元首外交  ·  现场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13248" cy="5257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华盛顿 · 安德鲁斯空军基地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习近平抵达华盛顿，特朗普夫妇机旁迎接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新华社  ·  gov.cn/yaowen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当地23日下午（北京时间24日清晨），习近平抵达华盛顿，特朗普夫妇在安德鲁斯空军基地机旁迎接，礼兵、21响礼炮与战机飞越。习近平书面讲话称两国应做伙伴而非对手，推动合作为主、竞争有度、分歧可控、和平可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访美从离京预告进入现场，建设性战略稳定关系第一次在美国首都对表。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078992"/>
            <a:ext cx="5413248" cy="52578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华盛顿 · 白宫南草坪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白宫举行欢迎仪式，宣布十万青年与大熊猫赴美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中国驻慕尼黑总领馆 / 新华社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当地24日上午，特朗普在白宫举行欢迎仪式。习近平致辞提出加强沟通、真诚合作、和平共处，称中美都是人工智能大国，须确保发展受控于人。他宣布未来五年邀请10万名美国青少年来华，并称大熊猫“平平”“福双”将落户亚特兰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欢迎辞把沟通、合作、底线写成三章，并把人文往来写成可核对的承诺。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对照  ·  会谈与经贸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同一日的两条账本：南草坪谈相处之道，财长先把休战期限往外推了两个月。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5413248" cy="4892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5413248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mbria"/>
                <a:ea typeface="Cambria"/>
              </a:rPr>
              <a:t>03  ·  华盛顿  ·  白宫会谈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03120"/>
            <a:ext cx="49560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会谈开场谈经贸与人工智能，完整成果仍缺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98648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半岛电视台 / 韩联社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200400"/>
            <a:ext cx="49560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欢迎仪式后，两国元首在白宫举行会谈，议题包括经贸、人工智能与安全。特朗普称若聚焦共同利益“可以成就很多”。截至北京时间24日夜间，双方尚未同步公布完整成果清单；新华社会谈详稿见诸25日凌晨，本期不以该通稿为24日首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276088"/>
            <a:ext cx="490118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349240"/>
            <a:ext cx="4901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568696"/>
            <a:ext cx="4901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仪式有了，清单还没有。读峰会不能只看礼炮，要等可核对的成果。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481328"/>
            <a:ext cx="5413248" cy="4892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481328"/>
            <a:ext cx="5413248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4" y="1737360"/>
            <a:ext cx="4956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mbria"/>
                <a:ea typeface="Cambria"/>
              </a:rPr>
              <a:t>04  ·  华盛顿 / 北京  ·  经贸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2103120"/>
            <a:ext cx="49560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mbria"/>
                <a:ea typeface="Cambria"/>
              </a:rPr>
              <a:t>贝森特称釜山协议延至1月10日，中方未证实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898648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D2C8"/>
                </a:solidFill>
                <a:latin typeface="Calibri"/>
                <a:ea typeface="Calibri"/>
              </a:rPr>
              <a:t>CNBC / 外交部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200400"/>
            <a:ext cx="495604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FE8DC"/>
                </a:solidFill>
                <a:latin typeface="Calibri"/>
                <a:ea typeface="Calibri"/>
              </a:rPr>
              <a:t>美国财长贝森特在习近平抵达后不久对福克斯新闻称，原定11月10日到期的“釜山协议”将延至2027年1月10日。外交部24日被问及时未予证实，称经贸磋商情况请询主管部门。延期仅两个月，更大协议能否谈成，贝森特表示不确定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1384" y="5276088"/>
            <a:ext cx="4901184" cy="12700"/>
          </a:xfrm>
          <a:prstGeom prst="rect">
            <a:avLst/>
          </a:prstGeom>
          <a:solidFill>
            <a:srgbClr val="3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5349240"/>
            <a:ext cx="4901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5568696"/>
            <a:ext cx="4901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FE8DC"/>
                </a:solidFill>
                <a:latin typeface="Calibri"/>
                <a:ea typeface="Calibri"/>
              </a:rPr>
              <a:t>关税与关键矿产休战若只延两个月，市场仍要按短窗重新定价。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部委记者会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13248" cy="5257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北京 · 外交部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郭嘉昆谈霍尔木兹、吉隆泥石流与网安指控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中华人民共和国外交部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郭嘉昆回应伊朗总统关于霍尔木兹通航的联大表态，称美伊战事延宕不符合共同利益，应通过对话恢复海湾和平。他就吉隆“8·26”泥石流称261名外籍人员失联，已向有关国家使馆通报；并驳斥新西兰将中国列为最持久网安威胁的说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峰会日北京仍在同时处理航道、灾难外籍失联和网安叙事三条战线。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078992"/>
            <a:ext cx="5413248" cy="52578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北京 · 国防部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国防部：落实涉军共识，停止对台售武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中华人民共和国国防部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蒋斌在月度记者会上称，元首外交对两军关系具有战略引领，愿落实涉军共识、加强对话、管控分歧。他强调台湾问题是中美最重要问题，美方应恪守一个中国原则和“八一七公报”、停止对台售武，并慎之又慎处理台湾问题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欢迎仪式之外，军方把军售与两军对话写成不可拆开的一对要求。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88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9601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SPACE  ·  MODELS  ·  CHIPS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Rectangle 8"/>
          <p:cNvSpPr/>
          <p:nvPr/>
        </p:nvSpPr>
        <p:spPr>
          <a:xfrm>
            <a:off x="9464040" y="932688"/>
            <a:ext cx="2212848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987552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FE8DC"/>
                </a:solidFill>
                <a:latin typeface="Calibri"/>
                <a:ea typeface="Calibri"/>
              </a:rPr>
              <a:t>精选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Cambria"/>
              </a:rPr>
              <a:t>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4EF"/>
                </a:solidFill>
                <a:latin typeface="Calibri"/>
                <a:ea typeface="Calibri"/>
              </a:rPr>
              <a:t>轨道两则 · 模型两则 · 芯片一则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昨夜太原升空一发遥感星，谷歌把张量芯片送上发射清单。DeepMind说Gemini 4已在后训练，七校把世界动作模型开源。低轨二十六组、海光一千、骁龙八至尊与DeepSeek论文已是前两日旧稿，本版不重刊。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3493008" cy="2606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520440"/>
            <a:ext cx="30358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16:46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434840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长六改太原升空  ·  遥感四十号04组入轨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3200400"/>
            <a:ext cx="3493008" cy="2606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3520440"/>
            <a:ext cx="30358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4 TPU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4434840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Calibri"/>
              </a:rPr>
              <a:t>捕日者原型卫星  ·  拟10月1日搭乘SpaceX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3200400"/>
            <a:ext cx="3493008" cy="2606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3520440"/>
            <a:ext cx="30358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170ms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4434840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OpenWAM动作块  ·  在RTX 5090上的推理时延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轨道与算力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6903720" cy="5257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61872"/>
            <a:ext cx="5934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太原 · 航天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36192"/>
            <a:ext cx="65745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长征六号改发射遥感四十号04组卫星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6574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新华社  ·  人民网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32304"/>
            <a:ext cx="65745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24日16时46分，长征六号改在太原卫星发射中心将遥感四十号04组卫星送入预定轨道，用于电磁环境探测及相关技术试验。此为长征系列第670次飞行。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57800"/>
            <a:ext cx="6574536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30952"/>
            <a:ext cx="6574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65745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组网之外，电磁环境探测星继续加密，航天日程并未因峰会停摆。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35824" y="1078992"/>
            <a:ext cx="3931920" cy="5257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856" y="1280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编辑观察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17373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7F4EF"/>
                </a:solidFill>
                <a:latin typeface="Cambria"/>
                <a:ea typeface="Cambria"/>
              </a:rPr>
              <a:t>地上缺电，天上先试十五分钟。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315468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FE8DC"/>
                </a:solidFill>
                <a:latin typeface="Calibri"/>
                <a:ea typeface="Calibri"/>
              </a:rPr>
              <a:t>谷歌并不宣称轨道数据中心已经成立。它先问一块更朴素的问题：现成的TPU能不能扛住发射、辐射和没有空气的散热。答案如果是否定的，八十颗卫星的构想就还只是幻灯片。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轨道计算  ·  大模型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13248" cy="52578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美国 · 轨道计算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谷歌宣布捕日者首飞：四颗TPU将上太空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Google Blog  ·  2026-09-24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谷歌24日宣布，“捕日者”将于10月1日搭乘SpaceX Transporter-18，与Planet合作把四颗Trillium TPU送入近地轨道，检验振动、辐射与真空散热。在轨只能间歇运行约15分钟；双星激光互联拟于2027年验证。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地面电站和社区反对声一起上涨时，算力公司开始认真测量真空里的热。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078992"/>
            <a:ext cx="5413248" cy="5257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美国 · 大模型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DeepMind称Gemini 4已进入后训练，争取提前发布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9to5Google / The Verge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DeepMind负责人Kavukcuoglu称，Gemini 4已进入后训练，希望尽快发布早期版本并快速迭代，时间“远早于年底”。模型已在内部用于编程工具Antigravity，正式发布时间与评测尚未公布。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旗舰模型节奏本身就是竞争：谷歌在用更短的发布周期追赶对手。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具身智能  ·  端侧芯片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078992"/>
            <a:ext cx="5413248" cy="525780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新加坡 / 北京 · 开源研究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七校开源OpenWAM，给机器人一套世界动作模型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机器之心  ·  arXiv:2609.07398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新国大、清华、北大等七校开源世界动作模型OpenWAM，公开论文、代码、权重与数据。OpenWAM-α以Wan2.2视频骨干加1B动作头，在统一动作空间上联合预测未来视觉与动作，并在仿真与真实机器人上验证。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具身模型缺的不是口号，而是可替换模块和可复现的评测协议。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078992"/>
            <a:ext cx="5413248" cy="52578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078992"/>
            <a:ext cx="73152" cy="5257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243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1E3A"/>
                </a:solidFill>
                <a:latin typeface="Cambria"/>
                <a:ea typeface="Cambria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261872"/>
            <a:ext cx="4443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夏威夷 · 骁龙峰会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536192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高通发布第二代骁龙音频平台至尊版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176272"/>
            <a:ext cx="5084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Engadget / CNMO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432304"/>
            <a:ext cx="50840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高通在骁龙峰会推出第二代骁龙音频平台至尊版，端侧AI算力升至128 GOPS，功耗降约40%，并首次集成超低功耗Wi-Fi 6E，使耳机与音频眼镜可直连云端智能体，面向实时翻译与情境辅助。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5257800"/>
            <a:ext cx="5084064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5330952"/>
            <a:ext cx="5084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532120"/>
            <a:ext cx="50840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  <a:ea typeface="Calibri"/>
              </a:rPr>
              <a:t>个人人工智能正在离开手机屏幕，先落到耳朵边的低功耗芯片上。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25603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8D2C8"/>
                </a:solidFill>
                <a:latin typeface="Calibri"/>
                <a:ea typeface="Calibri"/>
              </a:rPr>
              <a:t>第003期  ·  2026.09.24  ·  星期四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978"/>
            <a:ext cx="658368" cy="317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229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收束  ·  十一则回目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6720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01  习近平抵达华盛顿，特朗普夫妇机旁迎接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02  白宫欢迎仪式：十万青年与大熊猫赴美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03  白宫会谈开场，完整成果清单仍缺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04  贝森特称贸易休战延至1月10日，中方未证实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05  外交部谈霍尔木兹、吉隆泥石流与网安指控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06  国防部要求落实涉军共识、停止对台售武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07  长六改发射遥感四十号04组卫星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08  谷歌捕日者将把四颗TPU送入近地轨道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09  Gemini 4进入后训练，争取提前发布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10  七校开源世界动作模型OpenWAM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11  高通发布第二代骁龙音频平台至尊版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463040"/>
            <a:ext cx="4187952" cy="4160520"/>
          </a:xfrm>
          <a:prstGeom prst="rect">
            <a:avLst/>
          </a:prstGeom>
          <a:solidFill>
            <a:srgbClr val="24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600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明日关注  /  信息不足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96596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FE8DC"/>
                </a:solidFill>
                <a:latin typeface="Calibri"/>
                <a:ea typeface="Calibri"/>
              </a:rPr>
              <a:t>当地二十五日：国家档案馆参观与国事访问收官表述。韩正联大一般性辩论与全球发展倡议五周年对话——昨日现场通稿信息不足，待权威首发再入刊。世界技能大赛与数贸会持续至二十七日。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D2C8"/>
                </a:solidFill>
                <a:latin typeface="Calibri"/>
                <a:ea typeface="Calibri"/>
              </a:rPr>
              <a:t>新华社会谈详稿为二十五日凌晨见报，不以之为二十四日首发。低轨二十六组、数贸会开幕、海光一千、骁龙八至尊均为更早稿，不重刊。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  <a:ea typeface="Calibri"/>
              </a:rPr>
              <a:t>编辑说明：时区 Asia/Shanghai，日期 2026-09-24。时政 6 条，科技 5 条，合计 11 条。交叉核验官方与主流通讯社。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