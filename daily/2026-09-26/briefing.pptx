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●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658368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　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50976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05840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第零零五期  ·  二零二六年九月二十六日  ·  星期六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44752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42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只收录该日发生或该日首发的稿件。茶叙写成三字新定位，八点清单在午后见报。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3533546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310128"/>
            <a:ext cx="316778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023360"/>
            <a:ext cx="316778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334256"/>
            <a:ext cx="316778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茶叙 · 八点 · 联大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9074" y="3200400"/>
            <a:ext cx="3533546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0242" y="3310128"/>
            <a:ext cx="316778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242" y="4023360"/>
            <a:ext cx="316778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0242" y="4334256"/>
            <a:ext cx="316778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TPU · 印度 · Grok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5228" y="3200400"/>
            <a:ext cx="3533546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3310128"/>
            <a:ext cx="316778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396" y="4023360"/>
            <a:ext cx="316778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396" y="4334256"/>
            <a:ext cx="316778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周六沪时首发可核验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56048"/>
            <a:ext cx="1115568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黎明电讯补上「尊重、公平、对等」，午后新华社公布八点成果，税率第一次写成「300亿美元」对等安排。专机下午抵京。纽约场上，韩正走上联大讲台，白宫则当面拒绝霍尔木兹七日方案。科技栏记下谷歌明年投片量级，和马斯克自己承认的模型代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786384"/>
            <a:ext cx="94183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71600"/>
            <a:ext cx="9418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华盛顿的茶叙发生在周五上午，北京的电讯到周六零点五十七分才写完。成果清单要再等十五个小时。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21408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引　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95728"/>
            <a:ext cx="106070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“共同构建基于尊重、公平、对等的建设性战略稳定关系。”——两国元首茶叙口径，据新华社华盛顿电，26日00:57见网。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3557930" cy="2542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19217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00:57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98848"/>
            <a:ext cx="319217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茶叙电讯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319217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三字新定位首见于权威稿，25日刊未收。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6882" y="3657600"/>
            <a:ext cx="3557930" cy="2542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9762" y="3803904"/>
            <a:ext cx="319217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16:02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9762" y="4498848"/>
            <a:ext cx="319217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八点清单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9762" y="4846320"/>
            <a:ext cx="319217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「300亿美元」对等降税与11月人工智能对话入账。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0844" y="3657600"/>
            <a:ext cx="3557930" cy="2542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3724" y="3803904"/>
            <a:ext cx="319217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15:40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3724" y="4498848"/>
            <a:ext cx="319217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专机抵京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3724" y="4846320"/>
            <a:ext cx="319217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习近平结束对美国事访问回到北京。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01　外交 · 华盛顿 / 北京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77824"/>
            <a:ext cx="78638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中美八点成果共识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gov.cn/yaowen 202609 content_7082158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781812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938528"/>
            <a:ext cx="7379208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26日16:02公布八点：新定位；互支亚太经合组织会议与二十国集团峰会；伊朗应履行不发展核武器承诺、国际水道不得收费；忆及二战盟友；经贸含「300亿美元」对等降税并延期吉隆坡成果；禁毒联合破案；今年11月举行人工智能对话并建事件渠道；熊猫抵亚特兰大。两军将尽快签署危机沟通备忘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97680"/>
            <a:ext cx="781812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373880"/>
            <a:ext cx="78181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35424"/>
            <a:ext cx="7818120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前两期只有「新的联合安排」四字，税率与对话机制第一次写成可核对的条目。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828800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5672" y="1920240"/>
            <a:ext cx="277063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395728"/>
            <a:ext cx="2770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成果条目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670048"/>
            <a:ext cx="277063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从定位、峰会到禁毒、熊猫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3364992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3456432"/>
            <a:ext cx="277063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300亿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3931920"/>
            <a:ext cx="2770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美元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4206240"/>
            <a:ext cx="277063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对等降税安排首次见报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4901184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5672" y="4992624"/>
            <a:ext cx="277063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11月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5468112"/>
            <a:ext cx="2770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AI对话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5742432"/>
            <a:ext cx="277063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并同意建立事件沟通渠道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双栏对照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一边补上三字定位，一边把三天访问写成抵京时刻。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42833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572768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礼宾 ·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865376"/>
            <a:ext cx="4989423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茶叙写出三字定位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523744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gov.cn content_7082117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834640"/>
            <a:ext cx="498942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当地时间25日上午，习近平和彭丽媛同特朗普夫妇在白宫茶叙，同意共同构建「基于尊重、公平、对等的建设性战略稳定关系」。习近平称时隔11年再访华盛顿，经贸亦有互惠成果；茶叙后参观国家档案馆。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4800600"/>
            <a:ext cx="498942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4876800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5038344"/>
            <a:ext cx="4989423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25日刊只记下档案馆一句。本期才有新定位的权威电讯。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1444752"/>
            <a:ext cx="542833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1572768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行程 ·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1865376"/>
            <a:ext cx="4989423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专机下午回到北京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2523744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gov.cn content_7082153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2834640"/>
            <a:ext cx="498942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新华社北京26日电：当天下午，习近平圆满结束对美国事访问回到北京。彭丽媛，蔡奇、王毅、何立峰等陪同人员同机返回。离开华盛顿时美方鸣放21响礼炮。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9895" y="4800600"/>
            <a:ext cx="498942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9895" y="4876800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9895" y="5038344"/>
            <a:ext cx="4989423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把三天国事访问写成可核对的抵京时刻，访问闭环落在周六下午。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纽约两场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贺信在黎明见报；一般性辩论是当天现场发生的事。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42833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572768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04　多边 · 纽约 / 北京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865376"/>
            <a:ext cx="4989423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贺信写给倡议五周年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523744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gov.cn content_7082135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834640"/>
            <a:ext cx="498942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习近平向纽约全球发展倡议5周年对话会致贺信，称倡议合作项目已在120多个国家落地。作为最大发展中国家和全球南方一员，中国愿把可持续发展目标转化为可感可及的现实图景。韩正宣读贺信并提四点建议。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4800600"/>
            <a:ext cx="498942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4876800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5038344"/>
            <a:ext cx="4989423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25日刊因见报落在26日凌晨未入账。本期补上元首对倡议五周年的正式表态。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1444752"/>
            <a:ext cx="542833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1572768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05　联大 · 纽约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1865376"/>
            <a:ext cx="4989423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韩正走上一般性辩论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2523744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来源：联合国新闻 / 法广　·　news.un.org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2834640"/>
            <a:ext cx="498942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韩正26日在第81届联大一般性辩论发言，称世界要和平不要战争，战后国际秩序必须维护，反对绕开安理会的单边军事行动；呼吁尊重海湾国家主权，立即解除对古巴的封锁制裁。新华社中文全文检索未见。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9895" y="4800600"/>
            <a:ext cx="498942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9895" y="4876800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9895" y="5038344"/>
            <a:ext cx="4989423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这是中方在联大全会的年度主场发言，前两期因权威全文未出而留空。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海峡回音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25日刊记下七日方案。本期白宫第一次公开拒绝。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7452360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72768"/>
            <a:ext cx="6949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06　国际 · 白宫南草坪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65376"/>
            <a:ext cx="6949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白宫拒绝七日复航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523744"/>
            <a:ext cx="6949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来源：半岛电视台 / 路透　·　aljazeera.com 2026/9/26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71216"/>
            <a:ext cx="69494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特朗普26日在白宫南草坪称「我拒绝他们的方案」，指伊朗「输得很惨」才想成交。伊外长称尚未经斡旋渠道收到正式答复；总统佩泽希基安称对美方失去信任。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617720"/>
            <a:ext cx="694944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693920"/>
            <a:ext cx="69494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855464"/>
            <a:ext cx="6949440" cy="11338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海峡通航仍挂在要价上。方案被退回，不等于谈判渠道关闭，但窗口收窄。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44752"/>
            <a:ext cx="3456432" cy="219456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572768"/>
            <a:ext cx="30540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拒绝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267712"/>
            <a:ext cx="305409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特朗普原话：I reject their proposal。伊方称只看到初步反应，未见斡旋渠道正式答复。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803904"/>
            <a:ext cx="3456432" cy="241401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3931920"/>
            <a:ext cx="30540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对照昨日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4242816"/>
            <a:ext cx="3054096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25日刊：伊朗经卡塔尔提出七日复航，白宫称「并不需要谈判」。26日从私下怀疑变成总统当面拒绝。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786384"/>
            <a:ext cx="94183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71600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供应链把谷歌明年的投片量写成「翻倍」。班加罗尔把芯片写成下一轮基建。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75104"/>
            <a:ext cx="2645587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084832"/>
            <a:ext cx="2389555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670048"/>
            <a:ext cx="238955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TPU投片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980944"/>
            <a:ext cx="23895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经济日报称2027年较今年翻倍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9675" y="1975104"/>
            <a:ext cx="2645587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7691" y="2084832"/>
            <a:ext cx="2389555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300亿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91" y="2670048"/>
            <a:ext cx="238955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美元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7691" y="2980944"/>
            <a:ext cx="23895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八点里的对等降税，税率表未逐项公布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1975104"/>
            <a:ext cx="2645587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2084832"/>
            <a:ext cx="2389555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11月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2670048"/>
            <a:ext cx="238955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AI对话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2980944"/>
            <a:ext cx="23895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中美同意建立对话与事件渠道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187" y="1975104"/>
            <a:ext cx="2645587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203" y="2084832"/>
            <a:ext cx="2389555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203" y="2670048"/>
            <a:ext cx="238955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月增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203" y="2980944"/>
            <a:ext cx="23895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马斯克称Grok Bot月增约一倍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33087"/>
            <a:ext cx="11185855" cy="2084831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4242816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编辑观察 · 排除清单与缺口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4572000"/>
            <a:ext cx="106984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未混入：谷歌捕日者（24日刊）、Gemini 4后训练（24日刊）、真武V900（22日）、华为昇腾960/灵衢（17日）、太空之弦与Colossus扩卡（25日刊）、Inferact megakernel（23日）、OpenAI Jalapeño（6月）。外交部中秋休会至28日。当日未见可核验的重大科学突破或国内航天发射。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投片量写成明年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法人把「自研替代」改写成台积电产能和英特尔封装。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1118585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00784"/>
            <a:ext cx="2834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83464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明年投片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18688"/>
            <a:ext cx="28346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经济日报26日01:38首发。供应链核查，并非谷歌官方产能指引。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645920"/>
            <a:ext cx="7589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07　芯片 · 台北 / 硅谷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938528"/>
            <a:ext cx="75895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谷歌TPU明年估倍增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523744"/>
            <a:ext cx="7589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来源：经济日报　·　money.udn.com/story/5612/9778113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871216"/>
            <a:ext cx="75895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业界推估谷歌TPU 2027年投片量较今年翻倍，主因台积电CoWoS新产能与英特尔加入封装，趋势或延续至2028年。谷歌仍并行采购英伟达GPU；鸿海、英业达、仁宝、联发科在供应链中。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4617720"/>
            <a:ext cx="758952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4693920"/>
            <a:ext cx="75895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855464"/>
            <a:ext cx="7589520" cy="10881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把自研芯片竞赛写成可核对的明年投片量级，也暴露先进封装仍是瓶颈。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基建口径与代差自述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一边把芯片写成财政投资，一边承认模型还没追上。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42833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572768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08　产业 · 班加罗尔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865376"/>
            <a:ext cx="4989423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印度下一轮基建：AI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523744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来源：印报托 / Rediff　·　rediff.com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834640"/>
            <a:ext cx="498942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财长西塔拉曼26日在班加罗尔称，下一轮大规模基建投资将落在人工智能、半导体与量子技术；需补硬件、师资和中小企业适配，并鼓励AI公司上市，以纠正「错过AI」的外部叙事。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4800600"/>
            <a:ext cx="498942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4876800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5038344"/>
            <a:ext cx="4989423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全球南方主要经济体把算力与芯片写成财政口径，而不只是产业口号。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1444752"/>
            <a:ext cx="542833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1572768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09　模型 · 采访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1865376"/>
            <a:ext cx="4989423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马斯克承认Grok落后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2523744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来源：Wccftech / 总台采访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2834640"/>
            <a:ext cx="498942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马斯克称公开的Grok 4.7是「扎实的役用模型」，但不及Anthropic新近的Opus 5.5；归因于xAI三年、Anthropic六年。他预期明年某时追上前沿，并称Grok Bot月增约100%。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9895" y="4800600"/>
            <a:ext cx="498942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9895" y="4876800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9895" y="5038344"/>
            <a:ext cx="4989423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同一人把「百万卡」和「模型还没追上」拆开说，扩容不再自动等于领先。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展会观察与信息不足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杭州把机器人从表演写成作业；科学突破周六没有可入账的首发。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42833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572768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10　应用 · 杭州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865376"/>
            <a:ext cx="4989423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具身智能走出表演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523744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news.cn/tech/20260926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834640"/>
            <a:ext cx="4989423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新华社26日音视频特稿：杭州数贸会上，人形机器人与仿生设备不再只做表演，而在真实场景展示作业能力。特稿记录展会进行中的应用转向，并非单一新品全球首发。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4800600"/>
            <a:ext cx="4989423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4876800"/>
            <a:ext cx="498942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5038344"/>
            <a:ext cx="4989423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把展台从「会不会挥手」改写成「能不能干活」，但仍是观察稿。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1444752"/>
            <a:ext cx="5428335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1572768"/>
            <a:ext cx="49894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1865376"/>
            <a:ext cx="4989423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科学栏本日留白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2560320"/>
            <a:ext cx="4989423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· 韩正联大讲话：联合国新闻有摘要，新华社/外交部中文全文未见
· 当日无国内航天发射通稿，无《自然》《科学》级突破可核验
· 灵境星座、医疗AI Token工厂均为数贸会前日发布，不重刊
· 外交部例行记者会中秋休会，28日恢复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8A847A"/>
                </a:solidFill>
                <a:latin typeface="Calibri"/>
                <a:ea typeface="Calibri"/>
                <a:cs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第005期  ·  2026年9月26日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87680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EVENING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40080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第005期 · 收束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3268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987552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十点周六，海峡被退回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茶叙补上三字定位，八点把税率写成「300亿美元」。专机下午落地，韩正才走上联大讲台。霍尔木兹的七日方案，被白宫当面拒绝。科技栏只有投片量、基建口径和一句认输，科学突破要等下一期。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26080"/>
            <a:ext cx="5464911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035808"/>
            <a:ext cx="506257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时政六条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46704"/>
            <a:ext cx="5062575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  中美八点成果共识
2  茶叙写出三字定位
3  专机下午回到北京
4  贺信写给倡议五周年
5  韩正走上一般性辩论
6  白宫拒绝七日复航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2926080"/>
            <a:ext cx="5464911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5031" y="3035808"/>
            <a:ext cx="506257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科技四条 · 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5031" y="3346704"/>
            <a:ext cx="5062575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  谷歌TPU明年投片估倍增
2  印度下一轮基建指向AI
3  马斯克承认Grok落后
4  数贸会具身智能观察稿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6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日期窗口：Asia/Shanghai 2026-09-26 00:00 至 2026-09-27 00:00。交叉来源：新华社、中国政府网、联合国新闻、法广、半岛电视台、经济日报、印报托、Wccftech。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2531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每日时政科技简报 · 第005期 · 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778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每日时政科技简报 · 第005期 · 只收 2026-09-26 沪时首发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463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