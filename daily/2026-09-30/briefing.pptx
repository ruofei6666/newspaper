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852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86868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61872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4475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第零零九期  ·  二零二六年九月三十日  ·  星期三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11556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只收录该日发生或该日首发的稿件。国庆夜定调开局，开发者日把智能体写成常驻工位。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31089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57200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864608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招待会 · PMI · 例会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7" y="3730752"/>
            <a:ext cx="31089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457200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4864608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Dots · 昇腾 · BCN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730752"/>
            <a:ext cx="31089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572000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4864608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周三沪时首发可核验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32120"/>
            <a:ext cx="111556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今日主线：习近平在国庆招待会要求完成全年目标、实现「十五五」良好开局。三大 PMI 重返扩张，国台办要美方以行动维稳，郭嘉昆点名日防卫相讨论拥核。OpenAI 交出 Dots 与五分之一价的 Sol，新思共研芯片模型，DeepSeek 铺开昇腾工具链。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828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960120"/>
            <a:ext cx="9509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36192"/>
            <a:ext cx="9509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周二把贴息和再贷款写进工具箱。周三轮到国庆夜的定调：招待会讲开局，统计局交出扩张，对台与对日各开一场例会。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1183112" cy="1417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04288"/>
            <a:ext cx="10698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106984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“我国经济顶压前行、向新向优、展现出强大韧性和活力……努力完成全年目标任务，实现‘十五五’良好开局。”——习近平，新华社 30 日电。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352044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977639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17:30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645152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国庆招待会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56048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领导人步入宴会厅。讲话要求完成全年目标。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840480"/>
            <a:ext cx="352044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7" y="3977639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09:30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4645152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采购经理指数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4956048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制造业 PMI 升至 50.1%，三大指数重返扩张。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3840480"/>
            <a:ext cx="352044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3977639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18:46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4645152"/>
            <a:ext cx="3108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外交部例会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956048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郭嘉昆批日防卫相讨论拥核，并谈美伊备忘录。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华诞夜写下开局句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人民大会堂把经济、统一与外交三条线写进同一篇讲话。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1183112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0175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周年招待会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01　时政 · 北京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22191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约 800 名
中外人士出席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李强主持
17:30 步入宴会厅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7223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国庆招待会定调开局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88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news.cn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54680"/>
            <a:ext cx="722376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9月30日晚，庆祝新中国成立77周年招待会在人民大会堂举行。习近平出席并讲话，称经济顶压前行、向新向优，要求完成全年目标、实现「十五五」良好开局；重申一国两制与独立自主和平外交。李强主持。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983480"/>
            <a:ext cx="722376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5074920"/>
            <a:ext cx="7223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294376"/>
            <a:ext cx="7223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国庆前夜把开局之年的经济、统一与外交三条线写进同一篇讲话。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景气回升，账本对照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上午是采购经理的临界点。晚上是国研中心的中英年报。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宏观 ·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三大指数重返扩张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来源：国家统计局　·　stats.gov.cn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统计局与中物联30日公布，9月制造业PMI 50.1%、非制造业50.2%、综合PMI 50.7%，分别升0.3、1.2、1.2个百分点，三大指数重返扩张。生产指数51.7%；中小企业与房地产等服务业仍低于临界点。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94376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国庆前交出可核验的景气回升，但中小企业与地产仍在临界点以下。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叙事 ·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发展报告中英首发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来源：中新社 / 国研中心　·　chinanews.com.cn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国务院发展研究中心30日在京首发《中国发展报告2026》中英文版，记录2025年中国式现代化思想、制度与实践成果，并收录人工智能影响、服务消费、资本市场与可再生能源等五项研究。外交部同日称中国有25个全球百强创新集群，光伏装机已超煤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0749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94376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开局之年把「十四五」收官账本写成中英对照的对外叙事。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两场例会，两条红线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国台办把访美共识写成对美行动要求。外交部把拥核讨论写成对日新焦点。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涉台 ·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要美方以行动维稳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国台办发言人张晗30日就中美元首会谈涉台内容答问，称台湾问题是中美关系中最重要的问题，希望美方恪守一个中国原则和三个联合公报，不向「台独」发出错误信号。同场欢迎两岸同胞为「两制」台湾方案建言，并驳林佳龙歪曲联大2758号决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94376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访美通稿之后，对台系统第一次把「建设性战略稳定」写成对美行动要求。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外交 ·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点名日方讨论拥核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来源：外交部　·　fmprc.gov.cn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郭嘉昆30日例会批评日本防卫大臣称修订安保文件「不应排除讨论核武器和核潜艇」，指其背离无核三原则、挑战核不扩散体系。同场希望美伊回归伊斯兰堡谅解备忘录；祝贺沃洛金当选俄国家杜马主席。例会将于10月1日至7日休会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0749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94376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中日线从涉台纠错推进到点名现职防相的拥核讨论，美伊则被写成回归六月备忘录。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828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960120"/>
            <a:ext cx="9509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36192"/>
            <a:ext cx="9509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周三的科技栏不再缺顶刊。旧金山把智能体写成常驻工位，深圳把 CUDA 路径铺到昇腾，中欧把极光全景交出来。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265176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240280"/>
            <a:ext cx="2395728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880360"/>
            <a:ext cx="23957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Astra 标准价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145536"/>
            <a:ext cx="239572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GPT-6.1 Sol 输入 2 美元 / 百万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48840"/>
            <a:ext cx="265176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240280"/>
            <a:ext cx="2395728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880360"/>
            <a:ext cx="23957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卡超节点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145536"/>
            <a:ext cx="239572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DeepSeek 与华为推进昇腾 950 方案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148840"/>
            <a:ext cx="265176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240280"/>
            <a:ext cx="2395728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1.90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880360"/>
            <a:ext cx="23957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电子伏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145536"/>
            <a:ext cx="239572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《自然》BCN 带隙，补二维 CMOS 缺口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48840"/>
            <a:ext cx="265176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2240280"/>
            <a:ext cx="2395728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880360"/>
            <a:ext cx="23957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国内发射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3145536"/>
            <a:ext cx="2395728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检索未见 30 日长征或商业火箭通稿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80560"/>
            <a:ext cx="11183112" cy="17373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17720"/>
            <a:ext cx="10698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19472"/>
            <a:ext cx="106984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未混入：购房贴息、PSL 与六张网、何立峰见岩屋毅（已见 29 日刊）；国常会增量政策、英伟达 Open Agent Safety Platform（已见 28 日刊）；Jalapeño 为 6 月 24 日首发。Gemini 4 Argon 英文详稿时间戳为 30 日 20:41 UTC，折沪时 10 月 1 日 04:41，留给次日刊。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常驻工位，原生工具手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一个智能体不再随对话结束。一个模型被训练成直接开 EDA。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人工智能 ·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Dots 常驻，Sol 降价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来源：OpenAI　·　openai.com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OpenAI开发者日（沪时30日凌晨）推出常驻智能体Dots，Astra驱动、自带云电脑，先向Pro与商务用户开放。同步发布GPT-6.1 Sol，编码接近Astra，API输入2美元、输出10美元/百万token，约合五分之一价。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94376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常驻智能体与低价近旗舰模型同场上市，改写开发者的成本账。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芯片 ·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EDA 迎来专用模型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来源：新思科技　·　synopsys.com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新思与OpenAI 30日宣布多年协议，共研芯片设计专用模型GPT-Synopsys，可直接操作新思EDA，从PPA到时序验证由智能体迭代、工程师复核。模型跑在OpenAI托管设施，接入Synopsys.ai；客户数据不用于训练。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0749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94376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EDA 龙头把前线模型写成原生工具用户，芯片设计进入「委托目标、复核结果」。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昇腾对齐，极光成像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一套开源算子栈铺到国产 NPU。一台中欧卫星交出第一张全景。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08　算力 · 杭州 / 深圳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昇腾铺开全套工具链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来源：DeepSeek / 华尔街见闻　·　wallstreetcn.com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DeepSeek 30日上午经官方公众号宣布，开源面向华为昇腾的TileLang及DeepGEMM、DeepEP等五库，与英伟达组件一一对应。称训练所用算子在昇腾均有高性能实现，并推进昇腾950的128卡超节点。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94376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国产算力第一次拿到与 CUDA 路径对齐的开源算子栈，而不只是单卡适配声明。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09　空间科学 · 北京 / 巴黎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「微笑」转入科学运行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来源：中新社 / 中科院　·　chinanews.com.cn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中科院30日称，中欧「微笑」卫星（SMILE）通过在轨测试，转入科学运行，并发布四台载荷首批图像与数据。5月于库鲁发射。紫外仪获不间断北半球极光全景，软X射线仪拍到大麦哲伦星云超新星遗迹。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0749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94376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中欧任务级合作第一次交出全景空间天气图像，而不只是发射成功通稿。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二维电路缺的那一极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p 型半导体长期拖住二维 CMOS。一篇《自然》把缺口写成晶圆级器件数据。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90372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6446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10　材料 · 《自然》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64465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晶圆级 p 型 BCN 见刊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6446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来源：《自然》　·　nature.com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644652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《自然》30日发表晶圆级外延p型氮碳化硼（BCN），带隙1.90电子伏。晶圆级p型晶体管空穴迁移率100 cm²/V·s，开态电流大于0.9 mA/μm，开关比10⁸，阈值−0.45伏，称超过现有二维p型半导体。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644652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6446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85816"/>
            <a:ext cx="6446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二维互补电路缺的是稳定 p 型材料，这篇把缺口写成可规模外延的器件数据。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783080"/>
            <a:ext cx="4050791" cy="20574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60604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cm²/V·s 空穴迁移率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907792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晶圆级阵列，开关比 10⁸，阈值 −0.45 伏。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4023360"/>
            <a:ext cx="4050791" cy="219456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416052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4681728"/>
            <a:ext cx="3657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当日无国内发射通稿。Gemini 4 Argon 折沪时已是 10 月 1 日凌晨，不入本日。Nuvacore 披露证据偏薄，不单独立项。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第009期  ·  2026年9月30日  · 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852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868680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第009期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4358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1732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开局落槌，智能体不下班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111556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Calibri"/>
                <a:cs typeface="Calibri"/>
              </a:rPr>
              <a:t>招待会把「十五五」开局写进国庆夜。三大指数刚过临界点，中小企业与地产仍在线下。国台办要美方以行动维稳，郭嘉昆把拥核讨论写成对日新焦点。Dots 开始常驻，Sol 降到五分之一价，新思把模型接进 EDA，「微笑」交出极光全景。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5394960" cy="23317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01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时政五条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937760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国庆招待会定调开局
2. 三大指数重返扩张
3. 发展报告中英首发
4. 要美方以行动维稳
5. 点名日方讨论拥核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3200400"/>
            <a:ext cx="5394960" cy="23317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31012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科技五条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611880"/>
            <a:ext cx="4937760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Dots 常驻，Sol 降价
2. EDA 迎来专用模型
3. 昇腾铺开全套工具链
4. 「微笑」转入科学运行
5. 晶圆级 p 型 BCN 见刊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6928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日期窗口：Asia/Shanghai 2026-09-30 00:00 至 2026-10-01 00:00。交叉来源：新华社、国家统计局、外交部、国台办、中新社、OpenAI、新思、DeepSeek、中科院、《自然》。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每日时政科技简报 · 第009期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