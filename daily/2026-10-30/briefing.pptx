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47548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●  THE MORNING DISPATCH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13232"/>
            <a:ext cx="41605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ASIA / SHANGHAI　昨日新闻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24128"/>
            <a:ext cx="11185855" cy="25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78992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41E3A"/>
                </a:solidFill>
                <a:latin typeface="Calibri"/>
                <a:ea typeface="Calibri"/>
              </a:rPr>
              <a:t>第零叁玖期  ·  二零二六年十月三十日  ·  星期五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536192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633472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C9C2B6"/>
                </a:solidFill>
                <a:latin typeface="Calibri"/>
                <a:ea typeface="Calibri"/>
              </a:rPr>
              <a:t>只收录该日发生或该日首发的稿件。全会《决定》走出人民大会堂，欧洲两场元首外交同一天下午落槌。海峡再响爆炸装置，DeepSeek 的股东名册被写成公开账本。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566160"/>
            <a:ext cx="3529584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3675888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4434840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时政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4736592"/>
            <a:ext cx="316382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全会 · 欧洲 · 海峡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3566160"/>
            <a:ext cx="3529584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62856" y="3675888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4434840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科技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2856" y="4736592"/>
            <a:ext cx="316382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融资 · 星算 · 代工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0456" y="3566160"/>
            <a:ext cx="3529584" cy="1572768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21624" y="3675888"/>
            <a:ext cx="3163824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4434840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7F4EF"/>
                </a:solidFill>
                <a:latin typeface="Calibri"/>
                <a:ea typeface="Calibri"/>
              </a:rPr>
              <a:t>合计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1624" y="4736592"/>
            <a:ext cx="3163824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8B0A4"/>
                </a:solidFill>
                <a:latin typeface="Calibri"/>
                <a:ea typeface="Calibri"/>
              </a:rPr>
              <a:t>周五沪时首发可核验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303520"/>
            <a:ext cx="1115568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7F4EF"/>
                </a:solidFill>
                <a:latin typeface="Calibri"/>
                <a:ea typeface="Calibri"/>
              </a:rPr>
              <a:t>今日主线：中共中央新闻发布会解读全面从严治党《决定》。习近平同施泰因迈尔会谈、会见帕姆兰并见证中瑞自贸升级。阿曼苏丹将国事访华。霍尔木兹油轮遇袭。DeepSeek 第二轮融资细节曝光。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时政开篇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全会已在29日闭幕，30日的新闻是把《决定》讲给记者听。人民大会堂下午连续接待德国与瑞士，霍尔木兹在黎明时分再起火。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651760"/>
            <a:ext cx="11185855" cy="123444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2743200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刊头摘句 · 中央政策研究室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3017520"/>
            <a:ext cx="1060704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A1A1A"/>
                </a:solidFill>
                <a:latin typeface="Cambria"/>
                <a:ea typeface="Cambria"/>
              </a:rPr>
              <a:t>「全会最重要的成果，是审议通过了《中共中央关于持之以恒推进全面从严治党若干重大问题的决定》。」——唐方裕，10月30日新闻发布会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114800"/>
            <a:ext cx="3529584" cy="2194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4224528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99%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486460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零关税覆盖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" y="5193792"/>
            <a:ext cx="316382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中瑞自贸升级后，最终实施零关税的产品覆盖双边贸易额超99%。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4114800"/>
            <a:ext cx="3529584" cy="2194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4224528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48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86460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年首次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2856" y="5193792"/>
            <a:ext cx="316382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阿曼国家元首将于11月1日至2日国事访华，建交以来尚属首次。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0456" y="4114800"/>
            <a:ext cx="3529584" cy="219456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21624" y="4224528"/>
            <a:ext cx="3163824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41E3A"/>
                </a:solidFill>
                <a:latin typeface="Cambria"/>
                <a:ea typeface="Cambria"/>
              </a:rPr>
              <a:t>06:12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21624" y="4864608"/>
            <a:ext cx="3163824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海峡起火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1624" y="5193792"/>
            <a:ext cx="3163824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UKMTO记协调世界时29日22:12一艘出峡油轮被安放爆炸装置。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185855" cy="5669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868680"/>
            <a:ext cx="164592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45920"/>
            <a:ext cx="164592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党建 · 北京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868680"/>
            <a:ext cx="877824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中共中央 · 30日新闻发布会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1188720"/>
            <a:ext cx="877824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新闻发布会解读五中全会《决定》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2194560"/>
            <a:ext cx="8778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   news.cn / xinhuanet.com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606040"/>
            <a:ext cx="877824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10月30日中共中央举行新闻发布会，解读五中全会通过的全面从严治党《决定》。唐方裕称《决定》分总论、七项战略任务与监督责任三大板块，习近平任起草组组长；胡和平称增强党性是根本性任务；黄建发部署新兴领域党建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06040" y="4297680"/>
            <a:ext cx="877824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06040" y="4352544"/>
            <a:ext cx="87782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全会公报已于29日17:42受权发布。30日这场发布会是把「持之以恒」写成可执行的党建任务单，不重复闭幕通稿本身。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欧洲两场元首外交，同日落槌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474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一栏是中德把「政贵有恒」写成公开口径，一栏是中瑞把自贸协定升到数字贸易专章。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27632"/>
            <a:ext cx="5413248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755648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02　外交 · 北京 / 柏林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48256"/>
            <a:ext cx="4974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Cambria"/>
              </a:rPr>
              <a:t>习近平同施泰因迈尔会谈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852928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来源：新华社 / 外交部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163824"/>
            <a:ext cx="4974336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习近平30日下午在人民大会堂同来华国事访问的德国总统施泰因迈尔会谈，介绍五中全会，强调政贵有恒，望德方坚持理性、务实、友好对华政策，打造平等互利、战略稳定的合作新范式。施泰因迈尔重申一个中国政策。会谈前举行欢迎仪式，当晚设国宴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5120640"/>
            <a:ext cx="497433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175504"/>
            <a:ext cx="497433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中欧经贸摩擦升温之际，元首把「要开放不要封闭」写成对德、对欧的公开口径。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627632"/>
            <a:ext cx="5413248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755648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03　经贸 · 北京 / 伯尔尼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48256"/>
            <a:ext cx="4974336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Cambria"/>
              </a:rPr>
              <a:t>中瑞签署自贸升级议定书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852928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来源：新华社 / 商务部 / 瑞士SECO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163824"/>
            <a:ext cx="4974336" cy="187451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习近平30日下午会见瑞士联邦主席帕姆兰，双方见证签署自贸升级议定书及科研、劳动、媒体文件。商务部称双方将对近300个税目再降税，最终零关税覆盖双边贸易额超99%；新增数字贸易专章，中国首次纳入源代码保护条款。协定仍待国内审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8" y="5120640"/>
            <a:ext cx="497433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5175504"/>
            <a:ext cx="497433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这是中国与欧洲大陆国家首份自贸协定的制度升级，也是中国数字贸易规则对欧的一次突破。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53035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海湾元首首访入账，例会写下外空与电信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4A5568"/>
                </a:solidFill>
                <a:latin typeface="Calibri"/>
                <a:ea typeface="Calibri"/>
              </a:rPr>
              <a:t>阿曼把国家元首访华写成48年第一次；郭嘉昆同场宣布奥总理行程，并回应联大外空决议与美电信限制。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645920"/>
            <a:ext cx="5413248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2376" y="1773936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04　外交 · 马斯喀特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066543"/>
            <a:ext cx="497433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阿曼苏丹将国事访华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944368"/>
            <a:ext cx="4974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来源：外交部 / 新华社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3218688"/>
            <a:ext cx="4974336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应习近平邀请，阿曼苏丹海赛姆将于11月1日至2日对中国进行国事访问。外交部称此访是海赛姆继任以来首次访华，也是中阿建交48年来阿曼国家元首首次访华。习近平将会谈，李强将会见。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2376" y="5138928"/>
            <a:ext cx="497433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5193792"/>
            <a:ext cx="497433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海湾产油国元首首访把中阿战略伙伴关系推到国家元首层级，也叠在霍尔木兹持续紧张的窗口上。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1645920"/>
            <a:ext cx="5413248" cy="47548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1773936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05　多边 · 北京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066543"/>
            <a:ext cx="497433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奥总理将访华，外空决议再写入共同体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944368"/>
            <a:ext cx="4974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来源：外交部例会全文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8" y="3218688"/>
            <a:ext cx="4974336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  <a:ea typeface="Calibri"/>
              </a:rPr>
              <a:t>郭嘉昆30日宣布奥地利总理施托克尔11月2日至7日正式访华，首站上海出席进博会。他称第81届联大一委高票通过防外空军备竞赛、不首先在外空部署武器两项决议，人类命运共同体连续第10年写入联大外空决议。中方反对美拟禁中国电信获取美号码、禁中国实验室测美电子产品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64808" y="5138928"/>
            <a:ext cx="497433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8" y="5193792"/>
            <a:ext cx="4974336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访华日程、外空治理与对美电信反制写进同一场例会，中方在欧洲、多边与对美三条线上同步发声。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185855" cy="5669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868680"/>
            <a:ext cx="1737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4592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航运 · 霍尔木兹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868680"/>
            <a:ext cx="8686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UKMTO · 沪时30日06:12  /  革命卫队晚间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88720"/>
            <a:ext cx="8686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1A1A"/>
                </a:solidFill>
                <a:latin typeface="Cambria"/>
                <a:ea typeface="Cambria"/>
              </a:rPr>
              <a:t>出峡油轮遇袭起火，伊方称拦截两艘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57984"/>
            <a:ext cx="86868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来源：新华社伦敦电 / 新华社德黑兰电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42032"/>
            <a:ext cx="86868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UKMTO通报，协调世界时29日22:12（沪时30日6:12）一艘出峡油轮在阿曼海塞卜东北约46公里被小船安放爆炸装置，船舱起火后扑灭，船员安全。革命卫队晚间称两艘关闭导航、走未经授权航道的油轮在海峡以南被拦停，并指美军提供支持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4297680"/>
            <a:ext cx="86868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4352544"/>
            <a:ext cx="868680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把「清航后仍有安放爆炸物」写成可核验的当日事故，海峡通行风险没有因美军清航而下降。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8368"/>
            <a:ext cx="182880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600" b="1" i="0">
                <a:solidFill>
                  <a:srgbClr val="C41E3A"/>
                </a:solidFill>
                <a:latin typeface="Cambria"/>
                <a:ea typeface="Cambria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A1A1A"/>
                </a:solidFill>
                <a:latin typeface="Cambria"/>
                <a:ea typeface="Cambria"/>
              </a:rPr>
              <a:t>科技开篇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93392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Calibri"/>
                <a:ea typeface="Calibri"/>
              </a:rPr>
              <a:t>没有火箭升空，也没有折进沪时日历日的《自然》《科学》首发。钱与调度先到：DeepSeek 的股东名册被摊开，北京把40余颗卫星写成一朵算力云。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834640"/>
            <a:ext cx="257860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2944368"/>
            <a:ext cx="22860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1055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" y="3529584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亿元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38404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DeepSeek第二轮募资，近30家机构入场。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55848" y="2834640"/>
            <a:ext cx="257860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02152" y="2944368"/>
            <a:ext cx="22860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40+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3529584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颗卫星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02152" y="38404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太空算力云称已统一纳管在轨算力。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08776" y="2834640"/>
            <a:ext cx="257860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944368"/>
            <a:ext cx="22860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529584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栋厂房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404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鸿海休斯敦AI服务器基地，刘扬伟称仍要扩建。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1704" y="2834640"/>
            <a:ext cx="2578608" cy="20116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08008" y="2944368"/>
            <a:ext cx="228600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C41E3A"/>
                </a:solidFill>
                <a:latin typeface="Cambria"/>
                <a:ea typeface="Cambria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008" y="3529584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A1A1A"/>
                </a:solidFill>
                <a:latin typeface="Calibri"/>
                <a:ea typeface="Calibri"/>
              </a:rPr>
              <a:t>科学栏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08008" y="3840480"/>
            <a:ext cx="22860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Calibri"/>
                <a:ea typeface="Calibri"/>
              </a:rPr>
              <a:t>《自然》《科学》级30日沪时首发不足。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029200"/>
            <a:ext cx="11185855" cy="132588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9525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" y="5120640"/>
            <a:ext cx="106070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对照 · 不重写前刊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" y="5413248"/>
            <a:ext cx="10607040" cy="80467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Gemini 4 Carbon、XHEART X7 Ultra、天数智芯天垓300、苹果触控MacBook为26–29日首发。甲骨文–英伟达Vera Rubin、Genie 4、SK海力士Q3、Ceva NeuPro、脑虎B轮已入28日刊。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11185855" cy="5669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868680"/>
            <a:ext cx="17373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C41E3A"/>
                </a:solidFill>
                <a:latin typeface="Cambria"/>
                <a:ea typeface="Cambria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1645920"/>
            <a:ext cx="17373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4A5568"/>
                </a:solidFill>
                <a:latin typeface="Calibri"/>
                <a:ea typeface="Calibri"/>
              </a:rPr>
              <a:t>资本 · 杭州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868680"/>
            <a:ext cx="8686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The Information · 30日细节稿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80" y="1188720"/>
            <a:ext cx="8686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1A1A"/>
                </a:solidFill>
                <a:latin typeface="Cambria"/>
                <a:ea typeface="Cambria"/>
              </a:rPr>
              <a:t>DeepSeek第二轮：1055亿元、近30家机构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157984"/>
            <a:ext cx="8686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4A5568"/>
                </a:solidFill>
                <a:latin typeface="Calibri"/>
                <a:ea typeface="Calibri"/>
              </a:rPr>
              <a:t>来源：The Information / 21世纪经济报道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80" y="2505456"/>
            <a:ext cx="86868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  <a:ea typeface="Calibri"/>
              </a:rPr>
              <a:t>The Information 30日援引知情人士称，DeepSeek第二轮募资1055亿元，近30家机构参与，估值约6155亿元。腾讯、宁德时代各出资约100亿元，国资约占27%；长鑫存储、中芯国际等产业资本入场。公司未公开置评。10月22日彭博已报约千亿元量级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4206240"/>
            <a:ext cx="868680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4261104"/>
            <a:ext cx="868680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这不是新一轮「突然落地」，而是把国产大模型融资写成半导体、运营商与互联网的资本同盟名单。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"/>
            <a:ext cx="1115568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A1A1A"/>
                </a:solidFill>
                <a:latin typeface="Cambria"/>
                <a:ea typeface="Cambria"/>
              </a:rPr>
              <a:t>在轨算力入库，代工厂见了奥尔特曼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413248" cy="50749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1408176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08　航天计算 · 北京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719072"/>
            <a:ext cx="497433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太空算力云覆盖40余颗卫星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615184"/>
            <a:ext cx="4974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来源：新京报 / 人民网 / 北京日报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2907792"/>
            <a:ext cx="4974336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北京太空算力创新中心30日发布天地一体化太空算力云平台，称已完成核心功能建设，覆盖40余颗卫星算力，可与地面CPU、GPU、NPU统一纳管，支持大模型在轨推理。平台分五层，打通资源汇聚、模型上传、在轨推理与结果回传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4983480"/>
            <a:ext cx="497433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5038344"/>
            <a:ext cx="497433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把「计算星座」从概念写成可调度的云入口，在轨算力第一次被按地面服务器的方式纳管。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1280160"/>
            <a:ext cx="5413248" cy="507492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408176"/>
            <a:ext cx="4974336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09　制造 · 台北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1719072"/>
            <a:ext cx="4974336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刘扬伟会见奥尔特曼，称正洽谈新合作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615184"/>
            <a:ext cx="4974336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来源：路透社台北电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907792"/>
            <a:ext cx="4974336" cy="1965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路透社台北30日电，鸿海董事长刘扬伟在公司年度技术展称，当日已会见OpenAI首席执行官奥尔特曼，细节确认后将宣布。合作将建立在去年数据中心机架与AI硬件设计协议之上。他否认AI泡沫，并称休斯敦六栋AI服务器厂房仍需扩建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4808" y="4983480"/>
            <a:ext cx="4974336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64808" y="5038344"/>
            <a:ext cx="4974336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在AI基建股承压之际，全球最大AI服务器代工厂把下一笔订单预期写成「见了面、细节待宣布」。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A1A1A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713232"/>
            <a:ext cx="5669280" cy="5669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841248"/>
            <a:ext cx="12801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C41E3A"/>
                </a:solidFill>
                <a:latin typeface="Cambria"/>
                <a:ea typeface="Cambria"/>
              </a:rPr>
              <a:t>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463040"/>
            <a:ext cx="512064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产业 · 杭州　·　零一万物30日公司稿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783080"/>
            <a:ext cx="5212080" cy="9601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A1A1A"/>
                </a:solidFill>
                <a:latin typeface="Cambria"/>
                <a:ea typeface="Cambria"/>
              </a:rPr>
              <a:t>杭州国资数亿元入股，总部落地临平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2788920"/>
            <a:ext cx="5212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4A5568"/>
                </a:solidFill>
                <a:latin typeface="Calibri"/>
                <a:ea typeface="Calibri"/>
              </a:rPr>
              <a:t>来源：经济观察网 / 新浪科技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" y="3108960"/>
            <a:ext cx="5212080" cy="1691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  <a:ea typeface="Calibri"/>
              </a:rPr>
              <a:t>零一万物30日宣布，已于28日与杭州市、临平区达成合作，市区两级国资联动投资数亿元，总部将落地临平并建设产业AI转型基地。李开复称杭州民营经济是产业AI主战场。公司已转向企业级方案，未披露具体估值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" y="4937760"/>
            <a:ext cx="5212080" cy="9525"/>
          </a:xfrm>
          <a:prstGeom prst="rect">
            <a:avLst/>
          </a:prstGeom>
          <a:solidFill>
            <a:srgbClr val="D6CF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6" y="4992624"/>
            <a:ext cx="5212080" cy="1188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为何重要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这是地方国资对「从通用大模型转向产业交付」路线的一次押注，也把总部从概念迁到临平。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01384" y="713232"/>
            <a:ext cx="5193792" cy="5669280"/>
          </a:xfrm>
          <a:prstGeom prst="roundRect">
            <a:avLst>
              <a:gd name="adj" fmla="val 6000"/>
            </a:avLst>
          </a:prstGeom>
          <a:solidFill>
            <a:srgbClr val="FFFCF7"/>
          </a:solidFill>
          <a:ln w="9525">
            <a:solidFill>
              <a:srgbClr val="D6CF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841248"/>
            <a:ext cx="4828032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信息不足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2552" y="1133856"/>
            <a:ext cx="4828032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A1A1A"/>
                </a:solidFill>
                <a:latin typeface="Cambria"/>
                <a:ea typeface="Cambria"/>
              </a:rPr>
              <a:t>无国内发射，科学栏沪时留白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02552" y="2011680"/>
            <a:ext cx="4828032" cy="4114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·  无国内航天发射；ISRO IRNSS-1L、Starlink 15-18折沪时入31日。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·  无《自然》《科学》级30日沪时首发。Nature Energy / Nature Synthesis 为30日16:00 GMT（沪时31日00:00）。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·  中科大碳纳米带、华中科大红外芯片为28日《自然》在线，30日跟进不重写。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·  声子热霍尔《科学》为22日论文，湖北新华网30日跟进不重写。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4A5568"/>
                </a:solidFill>
                <a:latin typeface="Calibri"/>
                <a:ea typeface="Calibri"/>
              </a:rPr>
              <a:t>·  产业先进制程芯片无30日产品首发；OpenAI–博通旧稿误植，弃用。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38404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7F4EF"/>
                </a:solidFill>
                <a:latin typeface="Cambria"/>
                <a:ea typeface="Cambria"/>
              </a:rPr>
              <a:t>每日时政科技简报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201168"/>
            <a:ext cx="493776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第039期  ·  2026年10月30日  ·  星期五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0" y="201168"/>
            <a:ext cx="14173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41E3A"/>
                </a:solidFill>
                <a:latin typeface="Calibri"/>
                <a:ea typeface="Calibri"/>
              </a:rPr>
              <a:t>晨刊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75488"/>
            <a:ext cx="11185855" cy="1905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512064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54864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THE EVENING LEDGER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713232"/>
            <a:ext cx="3977639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第039期 · 收束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05840"/>
            <a:ext cx="11185855" cy="254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060704"/>
            <a:ext cx="11185855" cy="9525"/>
          </a:xfrm>
          <a:prstGeom prst="rect">
            <a:avLst/>
          </a:prstGeom>
          <a:solidFill>
            <a:srgbClr val="F7F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207008"/>
            <a:ext cx="11155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F4EF"/>
                </a:solidFill>
                <a:latin typeface="Cambria"/>
                <a:ea typeface="Cambria"/>
              </a:rPr>
              <a:t>发布会讲完《决定》，自贸议定书落纸，海峡再起火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011680"/>
            <a:ext cx="1115568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E8E2D8"/>
                </a:solidFill>
                <a:latin typeface="Calibri"/>
                <a:ea typeface="Calibri"/>
              </a:rPr>
              <a:t>中共中央用一场发布会把五中全会《决定》拆成三大板块。习近平同一天下午会德国、见瑞士，中瑞自贸升级把零关税写到贸易额的99%。阿曼苏丹的国事访问被宣布为48年第一次。霍尔木兹在黎明被安放爆炸装置。DeepSeek 的1055亿元股东名册被摊开。北京把40余颗卫星写成一朵可调度的算力云。科学栏今日留白。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566160"/>
            <a:ext cx="5413248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657600"/>
            <a:ext cx="50474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时政六条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950208"/>
            <a:ext cx="5047488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  新闻发布会解读五中全会《决定》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2  习近平同施泰因迈尔会谈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3  中瑞签署自贸升级议定书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4  阿曼苏丹将国事访华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5  奥总理将访华，外空决议再写入共同体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6  出峡油轮遇袭起火，伊方称拦截两艘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45352" y="3566160"/>
            <a:ext cx="5413248" cy="2331720"/>
          </a:xfrm>
          <a:prstGeom prst="roundRect">
            <a:avLst>
              <a:gd name="adj" fmla="val 6000"/>
            </a:avLst>
          </a:prstGeom>
          <a:solidFill>
            <a:srgbClr val="242424"/>
          </a:solidFill>
          <a:ln w="9525">
            <a:solidFill>
              <a:srgbClr val="2424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3657600"/>
            <a:ext cx="5047488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41E3A"/>
                </a:solidFill>
                <a:latin typeface="Calibri"/>
                <a:ea typeface="Calibri"/>
              </a:rPr>
              <a:t>科技四条 · 缺口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3950208"/>
            <a:ext cx="5047488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7  DeepSeek第二轮：1055亿元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8  太空算力云覆盖40余颗卫星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9  刘扬伟会见奥尔特曼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F7F4EF"/>
                </a:solidFill>
                <a:latin typeface="Calibri"/>
                <a:ea typeface="Calibri"/>
              </a:rPr>
              <a:t>10 杭州国资入股零一万物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B8B0A4"/>
                </a:solidFill>
                <a:latin typeface="Calibri"/>
                <a:ea typeface="Calibri"/>
              </a:rPr>
              <a:t>—  科学栏：信息不足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989320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9C2B6"/>
                </a:solidFill>
                <a:latin typeface="Calibri"/>
                <a:ea typeface="Calibri"/>
              </a:rPr>
              <a:t>日期窗口：Asia/Shanghai 2026-10-30 00:00 至 2026-10-31 00:00。每日时政科技简报 · 第039期 · 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