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B8B0A4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713232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76656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76656"/>
            <a:ext cx="41879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005840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60704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第贰伍叁期  ·  二零二六年九月十日  ·  星期四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36192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只收录该日发生或该日首发的稿件，拒绝转载拼盘。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90672"/>
            <a:ext cx="355793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182112"/>
            <a:ext cx="319217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950208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金砖 · 油价 · 镐山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6882" y="3090672"/>
            <a:ext cx="355793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8050" y="3182112"/>
            <a:ext cx="319217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8050" y="3950208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8050" y="4279392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折叠屏 · 2纳米 · 月球模型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0844" y="3090672"/>
            <a:ext cx="3557930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2012" y="3182112"/>
            <a:ext cx="319217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2012" y="3950208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012" y="4279392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周四首发可核验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56048"/>
            <a:ext cx="11185855" cy="1572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外交部傍晚宣布习近平12–13日赴新德里出席金砖会晤，上午记者会仍称「暂无信息」。国新办把《金融强国建设“十五五”规划》写进下午三点。特朗普的安德鲁斯停火时间表与镐山警告合沪时入账。胡塞夺取摩卡，布伦特收在107.63美元。加德满都把遇难数字改到1377。科技栏：苹果首款折叠屏与2纳米A20 Pro在沪时凌晨首发，NASA与IBM同日开源月球基础模型。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463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1323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280160"/>
            <a:ext cx="9601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星期四把一张行程表和一张油价表叠在一起：新德里的金砖周末，阿曼湾与红海的双海峡。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92224"/>
            <a:ext cx="11185855" cy="1417320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83664"/>
            <a:ext cx="107899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21408"/>
            <a:ext cx="107899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1A1A"/>
                </a:solidFill>
                <a:latin typeface="Cambria"/>
                <a:ea typeface="Cambria"/>
              </a:rPr>
              <a:t>「应印度共和国总理莫迪邀请，国家主席习近平将于9月12日至13日赴印度新德里出席金砖国家领导人第十八次会晤。」——外交部发言人10日18时宣布。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01568"/>
            <a:ext cx="3557930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319217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12–13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34256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日 · 新德里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18304"/>
            <a:ext cx="319217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习近平赴印出席金砖第十八次会晤；记者会上仍称暂无信息。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6882" y="3401568"/>
            <a:ext cx="3557930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9762" y="3547872"/>
            <a:ext cx="319217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107.63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9762" y="4334256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美元 / 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9762" y="4718304"/>
            <a:ext cx="319217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布伦特收涨6.34%；胡塞夺取摩卡，WTI收102.48。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0844" y="3401568"/>
            <a:ext cx="3557930" cy="285292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3724" y="3547872"/>
            <a:ext cx="319217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1377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3724" y="4334256"/>
            <a:ext cx="319217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</a:rPr>
              <a:t>人遇难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724" y="4718304"/>
            <a:ext cx="319217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尼方10日数字；失联约5130人，已救出13656人。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行程表与沟通窗口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一份傍晚才落墨的金砖行程；一场仍不证实日期的元首互动。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01　外交 · 北京 / 新德里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习近平将赴印度出席金砖第十八次会晤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来源：外交部 / 新华社　·　fmprc.gov.cn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外交部发言人10日18时宣布：应莫迪邀请，习近平将于9月12日至13日赴新德里出席金砖国家领导人第十八次会晤。当日记者会上郭嘉昆仍称暂无信息。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中印在边境灾后与经贸摩擦并行之际，元首出现在新德里本身就是信号。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02　外交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郭嘉昆：中美就年内元首互动保持沟通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来源：外交部　·　us.china-embassy.gov.cn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郭嘉昆称元首外交具有不可替代的战略引领作用，双方就年内元首互动安排保持沟通。就美方在巴拿马试点人工智能供应链溯源，他反对封闭排他的「小圈子」。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峰会窗口仍在谈，但拉美溯源试点把人工智能供应链写成围堵工具。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五年账本与镐山警告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北京把利率与准备金写进「十五五」；达拉斯把地下隧道写进竞选演说。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03　宏观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《金融强国建设“十五五”规划》出台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来源：国新办 / 外汇局　·　safe.gov.cn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国新办下午发布会宣布规划出台。目标是到2030年形成调控协同、风险防控精准的总体框架，到2035年基本建成中国特色现代金融体系。央行配套印发规划及9份行动方案。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数量型中介目标将淡化，利率、准备金与离岸人民币被写成未来五年主轴。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04　军事 · 安德鲁斯 / 达拉斯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特朗普警告镐山活动，称战事将于中期选举后结束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来源：新华社 / 路透社　·　cnbc.com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特朗普9日晚（合沪时10日）在安德鲁斯称战事将于11月中期选举后立即结束；随后在达拉斯警告镐山「有一些动向」，称若再耍花招将予以重击。CSIS称该地道路活动为历史高位。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停火被绑上选举日历，地下核设施再被点名，战事出口仍不是谈判桌。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双海峡与南岸数字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红海港口易手把第二道咽喉写进油价；河谷南岸第十六日仍在改写名单。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05　能源 · 伦敦 / 摩卡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胡塞占领摩卡，布伦特收于107.63美元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来源：路透社 / 半岛电视台　·　reuters.com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胡塞武装10日夺取也门红海港口摩卡，并向曼德海峡方向推进。布伦特收涨6.34%至107.63美元，WTI收102.48美元，创5月中旬以来最高。霍尔木兹与红海双海峡同时承压。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油轮战火从霍尔木兹扩到红海出口，市场不再按「单一海峡」定价。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06　救灾 · 加德满都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尼方遇难升至1377人，失联约5130人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来源：PTI / 外交部　·　thehindu.com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尼减灾署10日通报遇难升至1377人，失联约5130人，已救出13656人。尼方拟向富裕国家寻求50亿美元重建援助。郭嘉昆称中方愿根据尼方需要提供力所能及的帮助。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救援窗口转入重建要价，数字第十六日仍在改写，跨境冰川灾害尚未收口。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4630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13232"/>
            <a:ext cx="96012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280160"/>
            <a:ext cx="96012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先记沪时凌晨的苹果发布会，再记一条可核验的科学开源。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645587" cy="1874519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920240"/>
            <a:ext cx="23895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15999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542032"/>
            <a:ext cx="238955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元起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852928"/>
            <a:ext cx="2389555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iPhone Duo 国行256GB起售价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9675" y="1828800"/>
            <a:ext cx="2645587" cy="1874519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7691" y="1920240"/>
            <a:ext cx="23895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2nm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91" y="2542032"/>
            <a:ext cx="238955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A20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7691" y="2852928"/>
            <a:ext cx="2389555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苹果首款2纳米iPhone芯片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1828800"/>
            <a:ext cx="2645587" cy="1874519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447" y="1920240"/>
            <a:ext cx="23895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7.6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2542032"/>
            <a:ext cx="238955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英寸内屏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852928"/>
            <a:ext cx="2389555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面积较18 Pro Max大约50%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187" y="1828800"/>
            <a:ext cx="2645587" cy="1874519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203" y="1920240"/>
            <a:ext cx="23895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200万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203" y="2542032"/>
            <a:ext cx="2389555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图像块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203" y="2852928"/>
            <a:ext cx="2389555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NASA–IBM月球模型训练样本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13632"/>
            <a:ext cx="11185855" cy="24505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4023360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334256"/>
            <a:ext cx="10789920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未混入：9日原子能机构提交安理会、五艘油轮、布伦特101.21、毛宁「抽梯子」、8月CPI/PPI、尼方1369、OpenAI–三星、WHOLISTIC / ProteinTalks / GPN-Star。未混入商务部蒸馏答问（9日21:28首发）、Jalapeño复述、韬定律论文。OpenAI「ChatGPT for Financial Services」路透时戳17:29 UTC，合沪时已入11日，未收入。国产芯片、互联网平台与科学期刊10日首发不足，已标明缺口。Firecrawl 已安装但未鉴权。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折叠屏与2纳米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特纳斯把第一部可对折的iPhone放上乔布斯剧院；同一颗芯片也写进直板旗舰。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07　产品 · 库比蒂诺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苹果发布首款折叠屏 iPhone Duo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来源：Apple 新闻室　·　apple.com.cn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苹果沪时10日凌晨发布首款折叠屏iPhone Duo。外屏5.4英寸、内屏7.6英寸，搭载A20 Pro与侧边触控ID，全球纯eSIM。国行256GB起售15999元，10月16日预购、23日发售。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折叠屏从安卓高端竞赛改写成苹果入场券，定价本身就是市场分层。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536192"/>
            <a:ext cx="544068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645920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08　芯片 · 库比蒂诺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883664"/>
            <a:ext cx="51114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A20 Pro成为苹果首款2纳米iPhone芯片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834640"/>
            <a:ext cx="511149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来源：Apple 新闻室　·　apple.com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127248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iPhone 18 Pro/Pro Max搭载A20 Pro：6核CPU、7核GPU较上代快约40%，双16核神经网络引擎。均热板持续性能宣称提升约40%。美售1199/1299美元，9月12日预购、18日开卖。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5349240"/>
            <a:ext cx="511149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5413248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614416"/>
            <a:ext cx="511149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2纳米从M系列走进手机，持续性能比峰值跑分更能改写端侧AI上限。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腕上传感与月面地图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一块把准备度写成0到10的腕表；一套把十七年轨道影像写成开源模型的月球图。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6537960" cy="4773168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645920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09　科学 · 戈达德 / 约克敦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83664"/>
            <a:ext cx="620877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NASA与IBM开源月球基础模型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834640"/>
            <a:ext cx="620877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来源：NASA Science / IBM Research　·　science.nasa.gov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620877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NASA与IBM开源月球基础模型，以月球勘测轨道器约200万图像块训练，用于撞击坑测绘、极地冰稳定性与火山地貌分析。权重已上线Hugging Face，属Prithvi系列延伸。美东8时首发，合沪时20时。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349240"/>
            <a:ext cx="620877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413248"/>
            <a:ext cx="62087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614416"/>
            <a:ext cx="620877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月球数据第一次被写成可迁移的多模态底座，而不是按任务各训各的。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42631" y="1536192"/>
            <a:ext cx="4343400" cy="2999232"/>
          </a:xfrm>
          <a:prstGeom prst="rect">
            <a:avLst/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3" y="1645920"/>
            <a:ext cx="401421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10　硬件 · 库比蒂诺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3" y="1883664"/>
            <a:ext cx="401421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</a:rPr>
              <a:t>Ultra 4重写心率采样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7223" y="2834640"/>
            <a:ext cx="40142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  <a:ea typeface="Calibri"/>
              </a:rPr>
              <a:t>来源：Apple 新闻室　·　apple.com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3" y="3127248"/>
            <a:ext cx="40142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Ultra 4引入健康传感系统与S11，宣称最准心率，全天每5秒测量，并给出0–10准备度。户外续航约45小时，9月18日起售。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7223" y="3575304"/>
            <a:ext cx="4014216" cy="1016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3" y="3639312"/>
            <a:ext cx="401421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3840480"/>
            <a:ext cx="4014216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采样频率把运动手表推进到连续生理监测。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2631" y="4681728"/>
            <a:ext cx="4343400" cy="16276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4773168"/>
            <a:ext cx="40233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信息不足 · 国产芯片与互联网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5029200"/>
            <a:ext cx="402336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10日未见可交叉核验的国产芯片流片或互联网平台产品首发，也不见《自然》《科学》新论文。不以Jalapeño复述或OpenAI金融版凑数。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B8B0A4"/>
                </a:solidFill>
                <a:latin typeface="Calibri"/>
                <a:ea typeface="Calibri"/>
              </a:rPr>
              <a:t>第253期  ·  2026年9月10日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4475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4416"/>
            <a:ext cx="11185855" cy="1016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111556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7F4EF"/>
                </a:solidFill>
                <a:latin typeface="Cambria"/>
                <a:ea typeface="Cambria"/>
              </a:rPr>
              <a:t>星期四不是星期三的复述：新德里的金砖行程傍晚才落墨，中美元首互动仍只写成「保持沟通」。金融「十五五」把利率和准备金写成五年主轴。特朗普把停火绑上中期选举，又把镐山点进演说。胡塞夺取摩卡，布伦特收在107.63美元。加德满都把遇难数字改到1377。科技栏交出首款折叠屏、一颗2纳米手机芯片，以及一张开源的月球地图。国产芯片与互联网平台首发不足，不拿9日论文和11日凌晨稿补页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5464911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509915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45536"/>
            <a:ext cx="5099151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1  习近平将赴印度出席金砖第十八次会晤
2  郭嘉昆：中美就年内元首互动保持沟通
3  《金融强国建设“十五五”规划》出台
4  特朗普警告镐山活动，称战事将于中期选举后结束
5  胡塞占领摩卡，布伦特收于107.63美元
6  尼方遇难升至1377人，失联约5130人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863" y="2788920"/>
            <a:ext cx="5464911" cy="233172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6743" y="2871216"/>
            <a:ext cx="509915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科技四条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3145536"/>
            <a:ext cx="5099151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Calibri"/>
              </a:rPr>
              <a:t>7  苹果发布首款折叠屏 iPhone Duo
8  A20 Pro成为苹果首款2纳米iPhone芯片
9  NASA与IBM开源月球基础模型
10 Ultra 4以健康传感系统重写心率采样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1118585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方法：以 Asia/Shanghai 的昨天（2026-09-10，星期四）为采编窗口；只收该日发生或该日首发。未混入9日伊核决议、五艘油轮、布伦特101.21、抽梯子、CPI、尼方1369与《自然》三篇；未混入商务部蒸馏答问、Jalapeño与韬定律旧稿。苹果发布会与特朗普安德鲁斯表态合沪时入10日，按首发收入。OpenAI金融版已入11日，未收入。Firecrawl 已安装但未鉴权。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11185855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