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713232"/>
            <a:ext cx="146304" cy="146304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58368"/>
            <a:ext cx="5669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C2B6"/>
                </a:solidFill>
                <a:latin typeface="Calibri"/>
                <a:ea typeface="Microsoft YaHei"/>
              </a:rPr>
              <a:t>THE MORNING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658368"/>
            <a:ext cx="4160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Microsoft YaHei"/>
              </a:rPr>
              <a:t>ASIA / SHANGHAI　昨日新闻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987552"/>
            <a:ext cx="11185855" cy="2794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042415"/>
            <a:ext cx="11185855" cy="1143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17043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Microsoft YaHei"/>
              </a:rPr>
              <a:t>第零叁柒期 · 二零二六年十月二十八日 · 星期三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481328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87168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C2B6"/>
                </a:solidFill>
                <a:latin typeface="Calibri"/>
                <a:ea typeface="Microsoft YaHei"/>
              </a:rPr>
              <a:t>只收录该日发生或该日首发的稿件。北京把帕姆兰写成会见窗口。华盛顿把中期后对伊再动武写成盟国预警。拉斯维加斯把Vera Rubin写成多吉瓦。首尔把存储写成百万亿韩元。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01568"/>
            <a:ext cx="3533546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493008"/>
            <a:ext cx="316778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TSong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279392"/>
            <a:ext cx="316778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时政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590288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</a:rPr>
              <a:t>帕姆兰 · 默茨 · 霍尔木兹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9074" y="3401568"/>
            <a:ext cx="3533546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0242" y="3493008"/>
            <a:ext cx="316778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TSong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0242" y="4279392"/>
            <a:ext cx="316778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科技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242" y="4590288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</a:rPr>
              <a:t>Rubin · Genie 4 · 海力士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5228" y="3401568"/>
            <a:ext cx="3533546" cy="16916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6396" y="3493008"/>
            <a:ext cx="3167786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STSong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6396" y="4279392"/>
            <a:ext cx="3167786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7F4EF"/>
                </a:solidFill>
                <a:latin typeface="Calibri"/>
                <a:ea typeface="Microsoft YaHei"/>
              </a:rPr>
              <a:t>合计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6396" y="4590288"/>
            <a:ext cx="3167786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7A"/>
                </a:solidFill>
                <a:latin typeface="Calibri"/>
                <a:ea typeface="Microsoft YaHei"/>
              </a:rPr>
              <a:t>周三沪时首发可核验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285232"/>
            <a:ext cx="111556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</a:rPr>
              <a:t>今日主线：外交部宣布瑞士联邦主席帕姆兰访华。郭嘉昆回应默茨去风险并反对胡塞袭击民用目标。美联社称美方预警中期后或对伊再动武。以色列计票两阵营均未过半。阿拉格齐仍推七日霍尔木兹方案。甲骨文把Vera Rubin扩至多吉瓦并引入TPU。谷歌发布Genie 4。海力士营收首破百万亿韩元。Ceva更新NeuPro。脑虎完成七亿元B轮。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86384"/>
            <a:ext cx="9601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TSong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35024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五中全会第三日仍在京举行，闭幕公报未见。外交部把伯尔尼写成会见窗口。华盛顿把中期后窗口写成盟国预警。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11185855" cy="11704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10789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刊头摘句 · 外交部例会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94560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1A1A"/>
                </a:solidFill>
                <a:latin typeface="Cambria"/>
                <a:ea typeface="STSong"/>
              </a:rPr>
              <a:t>「中方欢迎瑞士联邦主席帕姆兰来华访问。习近平主席将同他会见。」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18688"/>
            <a:ext cx="3509162" cy="29992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328416"/>
            <a:ext cx="3143402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</a:rPr>
              <a:t>10/30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114800"/>
            <a:ext cx="314340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帕姆兰访华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498848"/>
            <a:ext cx="3143402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瑞士联邦主席工作访问，习近平将会见，自贸升级谈判已于8月完成。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1266" y="3218688"/>
            <a:ext cx="3509162" cy="29992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2434" y="3328416"/>
            <a:ext cx="3143402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</a:rPr>
              <a:t>11/3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2434" y="4114800"/>
            <a:ext cx="314340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中期窗口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2434" y="4498848"/>
            <a:ext cx="3143402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美方已告知中东盟国，为中期后可能对伊再动武及能源报复做准备。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9612" y="3218688"/>
            <a:ext cx="3509162" cy="29992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0780" y="3328416"/>
            <a:ext cx="3143402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C41E3A"/>
                </a:solidFill>
                <a:latin typeface="Cambria"/>
                <a:ea typeface="STSong"/>
              </a:rPr>
              <a:t>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780" y="4114800"/>
            <a:ext cx="3143402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席 · 利库德阵营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0780" y="4498848"/>
            <a:ext cx="3143402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计票显示内塔尼亚胡阵营约53席、艾森科特约48席，均未过61席。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749808"/>
            <a:ext cx="11185855" cy="57424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60120"/>
            <a:ext cx="2011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外交 · 伯尔尼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960120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新华社 / 外交部 · 28日 15:38–17:44 见报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261872"/>
            <a:ext cx="8595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瑞士联邦主席帕姆兰将访华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84831"/>
            <a:ext cx="8595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</a:rPr>
              <a:t>来源：新华社 / 外交部  ·  xinhuanet.com  ·  news.cn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859536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</a:rPr>
              <a:t>外交部28日宣布，瑞士联邦主席帕姆兰将于10月30日至11月1日来华工作访问，习近平将会见。今年是中瑞创新战略伙伴关系10周年。瑞士是最早同中国签订自贸协定的欧洲大陆国家，8月率先完成升级谈判。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023360"/>
            <a:ext cx="859536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160520"/>
            <a:ext cx="8595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43400"/>
            <a:ext cx="8595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把中瑞自贸升级从8月谈成写成可核验的元首会见窗口，而不是瑞方26日单方面预告。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303520"/>
            <a:ext cx="8595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会见窗口 10月30日–11月1日。创新战略伙伴关系满十年。欧洲大陆首份对华自贸协定的升级议定书，预计随访问签署。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对照 · 例会与预警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郭嘉昆把默茨的去风险写成相向而行。美联社把中期后窗口写成盟国预警。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02　例会 · 北京 / 新加坡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回应默茨，反对袭机场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来源：外交部  ·  mfa.gov.cn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5062575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郭嘉昆回应默茨在新加坡称须减少对华「不健康单方面依赖」：中德中欧互补互嵌，望德欧客观理性、相向而行。就胡塞27日宣称袭击沙特国防部、利雅得机场及炼油厂，中方反对攻击民航机场等民用目标。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把欧洲去风险口径与红海战火写进同一场周三例会，而不是复述施泰因迈尔抵皖。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03　中东 · 华盛顿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预警中期后或对伊再动武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852928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来源：美联社  ·  apnews.com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3163824"/>
            <a:ext cx="5062575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美联社28日援引官员称，美方已告知多个中东盟国，为11月3日中期选举后可能对伊朗再动武、以及伊方报复能源设施做好准备。特朗普当天在安德鲁斯联合基地登机。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3319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把「中期前不对伊动武」写成可核验的会后窗口预警，而不是4日或9日旧稿。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对照 · 计票与海峡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特拉维夫把出口民调改写成计票。德黑兰把七日方案写成仍给外交机会。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04　大选 · 特拉维夫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计票两阵营均未过半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来源：美联社  ·  apnews.com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5062575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美联社28日跟踪计票：内塔尼亚胡阵营约53席、艾森科特约48席、阿拉伯政党约19席，均未过61席执政门槛。组阁谈判或持续数周；特朗普称或协助内塔尼亚胡组阁。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把27日出口民调改写成周三计票稿，确认「无明确多数」而不是胜负已定。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05　航道 · 德黑兰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仍推七日霍尔木兹方案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852928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来源：自由欧洲电台 / 路透  ·  rferl.org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3163824"/>
            <a:ext cx="5062575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伊外长阿拉格齐28日称，武装力量已做好防御，同时仍给外交机会，正与调解方讨论可在一周内落实的七日方案；并警告若以色列在海湾再启军事冒险，将对国际能源市场造成毁灭性冲击。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3319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把霍尔木兹重开条件写成伊方当日口径，与美方会后动武预警对读。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463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86384"/>
            <a:ext cx="960120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STSong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335024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拉斯维加斯把Vera Rubin写成多吉瓦。伦敦把世界模型写成带音频的两分钟。首尔把存储写成百万亿韩元。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604439" cy="27889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029968"/>
            <a:ext cx="2348407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</a:rPr>
              <a:t>多GW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706624"/>
            <a:ext cx="2348407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</a:rPr>
              <a:t>Vera Rubin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072384"/>
            <a:ext cx="2348407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甲骨文把NVL72超级集群扩至多吉瓦，Vera CPU同步全面供应。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3391" y="1920240"/>
            <a:ext cx="2604439" cy="27889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695" y="2029968"/>
            <a:ext cx="2348407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</a:rPr>
              <a:t>2′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695" y="2706624"/>
            <a:ext cx="2348407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</a:rPr>
              <a:t>Genie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695" y="3072384"/>
            <a:ext cx="2348407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实时交互世界模型原生出声，时长约为Genie 3的两倍。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863" y="1920240"/>
            <a:ext cx="2604439" cy="27889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2029968"/>
            <a:ext cx="2348407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</a:rPr>
              <a:t>104.6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706624"/>
            <a:ext cx="2348407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</a:rPr>
              <a:t>万亿韩元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3072384"/>
            <a:ext cx="2348407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海力士三季度营收首破100万亿，营业利润率约80%。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4335" y="1920240"/>
            <a:ext cx="2604439" cy="27889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0639" y="2029968"/>
            <a:ext cx="2348407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STSong"/>
              </a:rPr>
              <a:t>7亿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639" y="2706624"/>
            <a:ext cx="2348407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  <a:ea typeface="Microsoft YaHei"/>
              </a:rPr>
              <a:t>B轮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639" y="3072384"/>
            <a:ext cx="2348407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脑虎「三全」脑机接口推进三类注册临床与超级工厂。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11185855" cy="14813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47488"/>
            <a:ext cx="10972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对照 · 不重写前刊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03520"/>
            <a:ext cx="1097280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Microsoft YaHei"/>
              </a:rPr>
              <a:t>五中全会开幕电、第849号令、卢拉贺电、福田唁电、施泰因迈尔抵合肥、以色列出口民调、工业利润、英伟达认购Meta、GPT-6.1 Terra、文心OCR 2、Starlink 15-16，均为26–27日首发。求是第20期为15日见报。NVision Nature稿折沪时入29日。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749808"/>
            <a:ext cx="11185855" cy="5742432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960120"/>
            <a:ext cx="2011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STSong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2011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Microsoft YaHei"/>
              </a:rPr>
              <a:t>算力 · 拉斯维加斯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960120"/>
            <a:ext cx="8595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Oracle / NVIDIA · 27日 12:00 ET＝沪时28日 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261872"/>
            <a:ext cx="8595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甲骨文把Vera Rubin扩至多吉瓦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84831"/>
            <a:ext cx="8595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4A5568"/>
                </a:solidFill>
                <a:latin typeface="Calibri"/>
                <a:ea typeface="Microsoft YaHei"/>
              </a:rPr>
              <a:t>来源：Oracle / GlobeNewswire  ·  oracle.com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8595360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Calibri"/>
                <a:ea typeface="Microsoft YaHei"/>
              </a:rPr>
              <a:t>甲骨文与英伟达宣布，将把OCI上Vera Rubin NVL72扩至多吉瓦，Vera CPU同步全面供应，并规划八卡HGX Rubin NVL8。同日宣布OCI将成谷歌云外首家提供TPU的超大规模云，并引入Cerebras。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4023360"/>
            <a:ext cx="8595360" cy="11430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4160520"/>
            <a:ext cx="85953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343400"/>
            <a:ext cx="85953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把27日美西新闻稿折沪时写入28日，云端算力从「单押英伟达」改写成可点名的多元组合。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257800"/>
            <a:ext cx="85953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NVL72机柜以NVLink连接72颗GPU。HGX Rubin NVL8规划两颗64核至强6、4TB内存、6.4 Tbps RDMA。Cerebras推理计划2027年落地OCI。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对照 · 世界模型与存储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DeepMind把交互世界写成带音频的两分钟。海力士把短缺写成持续至2030年。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07　模型 · 伦敦 / 山景城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Genie 4世界模型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来源：Google / DeepMind / The Verge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82112"/>
            <a:ext cx="506257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谷歌DeepMind发布Genie 4：实时交互生成虚拟环境，原生输出环境音与对话，可用自然语言改天气或加入角色；时长约两分钟，约为Genie 3两倍。研究预览向受邀测试者开放，随后进入Google AI Ultra。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把世界模型从静帧短片推进到可实时改写的带音频场景，时区卡在沪时28日零时。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08　存储 · 利川 / 首尔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营收首破百万亿韩元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889504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来源：SK hynix / 韩联社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3182112"/>
            <a:ext cx="506257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SK海力士公布三季度营收104.6155万亿韩元，首次单季破100万亿；营业利润83.3338万亿、利润率约80%。公司预计存储短缺将持续至2030年，HBM4四季度成主流，已锁定2027–2028逾半数产能长约。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3319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把AI存储景气写成可核验的百兆韩元营收与「短缺至2030」官方判断。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1115568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对照 · 边缘芯片与脑机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3385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Microsoft YaHei"/>
              </a:rPr>
              <a:t>罗克维尔把NPU写成从传感器到机房。上海把脑机接口写成七亿元注册临床。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09　芯片IP · 罗克维尔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下一代NeuPro NPU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来源：Ceva / PR Newswire  ·  ceva-ip.com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82112"/>
            <a:ext cx="506257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Ceva发布下一代NeuPro NPU组合（Nano至Ultra），称较上代单位面积吞吐最高约2倍、能效提升约50%，支持FP4/FP8与分页KV缓存，并首次伸向云端推理。计划2027年二季度全面供货。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把边缘NPU厂商的升级写成「从传感器到机房」同一架构，而不是又一份TOPS口号。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0439" y="1554480"/>
            <a:ext cx="5428335" cy="486460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3319" y="1682496"/>
            <a:ext cx="5062575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10　脑机 · 上海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1956816"/>
            <a:ext cx="506257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脑虎完成七亿元B轮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2889504"/>
            <a:ext cx="506257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Microsoft YaHei"/>
              </a:rPr>
              <a:t>来源：中国证券报 / 经济参考报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319" y="3182112"/>
            <a:ext cx="506257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Microsoft YaHei"/>
              </a:rPr>
              <a:t>脑虎科技28日宣布完成7亿元B轮，国投聚力、深创投、勤智资本联合领投。资金用于「三全」系统多中心注册临床、1.43万平方米超级工厂及BCI+AI。其硬膜下半侵入式产品今年7月在华山医院进入三类注册临床，已完成65例试验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3319" y="4956048"/>
            <a:ext cx="5062575" cy="9525"/>
          </a:xfrm>
          <a:prstGeom prst="rect">
            <a:avLst/>
          </a:prstGeom>
          <a:solidFill>
            <a:srgbClr val="D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5074920"/>
            <a:ext cx="5062575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Microsoft YaHe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5257800"/>
            <a:ext cx="506257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Microsoft YaHei"/>
              </a:rPr>
              <a:t>把脑机接口从概念验证写成可对照的注册临床与量产融资，而不是营销口径。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信息不足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STSong"/>
              </a:rPr>
              <a:t>国内航天与《自然》级留白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27632"/>
            <a:ext cx="11185855" cy="4773168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无国内航天发射；Starlink 15-16已入27日刊，下一窗口约30日。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无《自然》《科学》级28日沪时首发；NVision单分子自旋–光子接口Nature稿为28日12:00 ET＝沪时29日00:00，入29日刊。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五中全会仍在进行，闭幕公报与《决定》全文未见28日首发；新华社「中国之治」述评为配合稿，不单列。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0507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未见习近平、李强、王毅新会见详稿；施泰因迈尔黄山行程不单列，正式会谈排30日。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3659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无中国大模型或先进制程芯片产品首发；BrainChip Sequora为14日官方稿，28日日文跟进不重写。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10789920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Microsoft YaHei"/>
              </a:rPr>
              <a:t>·  DREAMS巡天数据为27日西湖大学宣布；Lumina宇宙模拟论文为25日；灵光2.0为27日。勿重刊开幕电、第849号令、英伟达–Meta、Terra、文心OCR 2、Jalapeño（6/24）。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840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7F4EF"/>
                </a:solidFill>
                <a:latin typeface="Cambria"/>
                <a:ea typeface="STSong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01168"/>
            <a:ext cx="49377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第037期 · 2026年10月28日 · 星期三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19659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3776"/>
            <a:ext cx="11185855" cy="20320"/>
          </a:xfrm>
          <a:prstGeom prst="rect">
            <a:avLst/>
          </a:prstGeom>
          <a:solidFill>
            <a:srgbClr val="C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1207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713232"/>
            <a:ext cx="111556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THE EVENING LEDGER　·　第037期 · 收束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24128"/>
            <a:ext cx="111556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7F4EF"/>
                </a:solidFill>
                <a:latin typeface="Cambria"/>
                <a:ea typeface="STSong"/>
              </a:rPr>
              <a:t>伯尔尼写会见，拉斯维加斯写多吉瓦，首尔写百万亿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1115568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Microsoft YaHei"/>
              </a:rPr>
              <a:t>外交部宣布瑞士联邦主席帕姆兰访华，习近平将会见。郭嘉昆回应默茨去风险并反对胡塞袭击民用目标。美联社称美方预警中期后或对伊再动武。以色列计票两阵营均未过半。阿拉格齐仍推七日霍尔木兹方案。甲骨文把Vera Rubin扩至多吉瓦并引入TPU。谷歌发布Genie 4。海力士营收首破百万亿韩元。Ceva更新NeuPro。脑虎完成七亿元B轮。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127248"/>
            <a:ext cx="5446623" cy="21488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36976"/>
            <a:ext cx="5080863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时政五条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9584"/>
            <a:ext cx="5080863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1  瑞士联邦主席帕姆兰将访华
2  回应默茨，反对袭机场
3  美方预警中期后或对伊再动武
4  以选举计票两阵营均未过半
5  伊外长仍推七日霍尔木兹方案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2151" y="3127248"/>
            <a:ext cx="5446623" cy="2148840"/>
          </a:xfrm>
          <a:prstGeom prst="rect">
            <a:avLst/>
          </a:prstGeom>
          <a:solidFill>
            <a:srgbClr val="24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031" y="3236976"/>
            <a:ext cx="5080863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Microsoft YaHei"/>
              </a:rPr>
              <a:t>科技五条 · 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1" y="3529584"/>
            <a:ext cx="5080863" cy="1600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Microsoft YaHei"/>
              </a:rPr>
              <a:t>6  甲骨文把Vera Rubin扩至多吉瓦
7  谷歌发布Genie 4世界模型
8  海力士营收首破百万亿韩元
9  Ceva发布下一代NeuPro
10 脑虎科技完成七亿元B轮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413248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9C2B6"/>
                </a:solidFill>
                <a:latin typeface="Calibri"/>
                <a:ea typeface="Microsoft YaHei"/>
              </a:rPr>
              <a:t>日期窗口：Asia/Shanghai 2026-10-28 00:00 至 2026-10-29 00:00。交叉来源：新华社/外交部、美联社、自由欧洲电台、Oracle/NVIDIA、Google DeepMind、SK hynix/韩联社、Ceva、中国证券报/经济参考报。排除26–27日已入刊稿及折入29日的NVision Nature稿。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36208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1E3A"/>
                </a:solidFill>
                <a:latin typeface="Calibri"/>
                <a:ea typeface="Microsoft YaHei"/>
              </a:rPr>
              <a:t>每日时政科技简报 · 第037期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