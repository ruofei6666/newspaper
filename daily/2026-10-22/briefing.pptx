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5852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5836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9264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第零叁壹期 · 二零二六年十月二十二日 · 星期四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08176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112471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只收录该日发生或该日首发的稿件。人民大会堂把长征写成五个必须。新华社把圣彼得堡公报写成可核对的条款。那曲把高原浅源震写成四级响应。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01568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93008"/>
            <a:ext cx="3200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61104"/>
            <a:ext cx="3200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08576"/>
            <a:ext cx="3200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8A847A"/>
                </a:solidFill>
                <a:latin typeface="Calibri"/>
                <a:ea typeface="Microsoft YaHei"/>
                <a:cs typeface="Microsoft YaHei"/>
              </a:rPr>
              <a:t>大会 · 公报 · 地震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401568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493008"/>
            <a:ext cx="3200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261104"/>
            <a:ext cx="3200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608576"/>
            <a:ext cx="3200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8A847A"/>
                </a:solidFill>
                <a:latin typeface="Calibri"/>
                <a:ea typeface="Microsoft YaHei"/>
                <a:cs typeface="Microsoft YaHei"/>
              </a:rPr>
              <a:t>星火 · 规划 · 分子转子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3401568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3493008"/>
            <a:ext cx="3200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261104"/>
            <a:ext cx="3200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4608576"/>
            <a:ext cx="3200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8A847A"/>
                </a:solidFill>
                <a:latin typeface="Calibri"/>
                <a:ea typeface="Microsoft YaHei"/>
                <a:cs typeface="Microsoft YaHei"/>
              </a:rPr>
              <a:t>周四沪时首发可核验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85232"/>
            <a:ext cx="11247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今日主线：习近平在纪念长征胜利90周年大会提出「五个必须」。中俄总理会晤联合公报全文见报。毛宁称台湾问题没有灰色地带。发改委公布对外投资管理办法。巴青7.0级地震启动四级响应。达曼机场伤亡核账。讯飞星火X2.6基于全国产算力发布。八部门印发产业基础「十五五」规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463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713232"/>
            <a:ext cx="969264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9692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大会堂把长征精神写成新征程动员。圣彼得堡把北极航道和天问三号写进公报。发改委把对外投资写成76条。那曲把浅源强震写成国家级响应。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38528"/>
            <a:ext cx="11277295" cy="1417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48256"/>
            <a:ext cx="10881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刊头摘句 · 人民大会堂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108813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「新征程是充满光荣和梦想的远征，是党和人民的新长征。」——习近平，纪念中国工农红军长征胜利90周年大会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47872"/>
            <a:ext cx="3566160" cy="27889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75887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34256"/>
            <a:ext cx="32004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周年大会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81728"/>
            <a:ext cx="320040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22日上午在京举行，习近平提出走好新长征路的「五个必须」，约3000人参加。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547872"/>
            <a:ext cx="3566160" cy="27889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675887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01:12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334256"/>
            <a:ext cx="32004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公报全文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681728"/>
            <a:ext cx="320040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新华社受权播发中俄总理第三十一次定期会晤联合公报，21日刊只收会晤通稿。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3547872"/>
            <a:ext cx="3566160" cy="27889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3675887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7.0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334256"/>
            <a:ext cx="32004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巴青地震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4681728"/>
            <a:ext cx="320040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22时33分那曲巴青县浅源强震，国务院抗震救灾指挥部办公室启动四级响应。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65836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44752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大会 · 北京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80467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新华社 · 22日 13:55 见报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078992"/>
            <a:ext cx="85953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纪念长征胜利90周年大会在京举行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57984"/>
            <a:ext cx="8595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中国政府网　·　gov.cn/yaowen/liebiao/202610/content_7084003.htm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23744"/>
            <a:ext cx="8595360" cy="1965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10月22日上午，纪念中国工农红军长征胜利90周年大会在北京人民大会堂举行。习近平发表讲话，提出走好新长征路的「五个必须」：坚守理想信念、推动高质量发展、勇于伟大斗争、建成世界一流军队、坚持党的领导。赵乐际主持，李强等出席，约3000人参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645152"/>
            <a:ext cx="85953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773168"/>
            <a:ext cx="8595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把长征精神写成新征程的组织动员，是「十五五」开局后的一次全党全军全国性宣示。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658368"/>
            <a:ext cx="539496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804672"/>
            <a:ext cx="4956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02　公报 · 圣彼得堡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115568"/>
            <a:ext cx="4956048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联合公报全文见报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267712"/>
            <a:ext cx="49560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中国政府网　·　gov.cn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70048"/>
            <a:ext cx="4956048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新华社22日01:12受权播发联合公报全文。双方将加强北极航道、本币结算与人工智能治理合作，签署2026–2030科技创新路线图，并就天问三号轨道器搭载俄仪器达成备忘录。第三十二次会晤定于2027年。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4919472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5029200"/>
            <a:ext cx="4956048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21日刊只收会晤通稿；全文把北极航道、天问三号和AI治理写成可核对的条款。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658368"/>
            <a:ext cx="539496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804672"/>
            <a:ext cx="4956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03　例会 · 台湾 / 北极 / 红海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115568"/>
            <a:ext cx="4956048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没有灰色地带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267712"/>
            <a:ext cx="49560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来源：外交部例行记者会　·　mfa.gov.cn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670048"/>
            <a:ext cx="4956048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毛宁回应菲方拟与台湾深化海缆合作时称「在台湾问题上没有灰色地带」。对欧盟北极战略称中国活动符合国际法，不应以冷战思维划分阵营。并介绍王毅与吉布提外长关于红海航道安全的联合新闻公报。中俄美三方会晤仍暂无信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4919472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029200"/>
            <a:ext cx="4956048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把台海、北极与红海三条航线安全议题写进同一场例会，口径均是当日首发。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对照 · 投资门槛与高原震情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发改委把对外投资从企业备案扩到个人主体。应急管理部把巴青浅源强震写成四级响应。伤亡核账以次日官方口径为准。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394960" cy="486460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682496"/>
            <a:ext cx="49560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04　政策 · 发改委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75104"/>
            <a:ext cx="49560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对外投资办法12月施行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944368"/>
            <a:ext cx="49560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国家发改委　·　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73552"/>
            <a:ext cx="4956048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国家发展改革委22日公布《对外投资管理办法》，共76条，自12月1日起施行，2017年《企业境外投资管理办法》同步废止。投资者明确包括境内企业、其他组织和居民个人；完善重大不利情况与年度报告，大额涉外交项目须报告前期工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5193792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5303520"/>
            <a:ext cx="49560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把对外投资从企业备案扩到个人主体，并针对歧视性措施和境外风险重写报告义务。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536192"/>
            <a:ext cx="5394960" cy="486460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682496"/>
            <a:ext cx="49560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05　应急 · 那曲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975104"/>
            <a:ext cx="49560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巴青县发生7.0级地震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944368"/>
            <a:ext cx="49560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来源：应急管理部 / 新华社　·　mem.gov.cn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273552"/>
            <a:ext cx="4956048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22日22时33分，西藏那曲市巴青县发生7.0级地震，震源深度10千米，震中附近海拔约4800米。国务院抗震救灾指挥部办公室、应急管理部启动国家地震灾害四级应急响应，并派出工作组。截至当日夜间，伤亡仍在核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5193792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5303520"/>
            <a:ext cx="49560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高原浅源强震当晚即启动国家级响应。16人遇难等核账数字为23日凌晨首发，不抢入本日。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658368"/>
            <a:ext cx="11277295" cy="4160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44752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中东 · 达曼 / 霍尔木兹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804672"/>
            <a:ext cx="8503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Arab News / Reuters / AP · 22日核账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078992"/>
            <a:ext cx="85039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达曼机场核账，伊称七艘受损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01952"/>
            <a:ext cx="8503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来源：Arab News / Reuters / 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12848"/>
            <a:ext cx="85039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沙特民航总局22日称，达曼法赫德国王国际机场袭击造成沙特公民与印度居民各1人遇难、8人受伤，机场当日恢复运行。伊朗革命卫队海军称隔夜四艘过驳油轮起火、三艘在霍尔木兹以西触雷，并警告将扩大报复；UKMTO未发对应通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730752"/>
            <a:ext cx="850392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840480"/>
            <a:ext cx="8503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把沙特东部机场伤亡从21日预告写成官方核账，同时霍尔木兹单日宣称受损船只数升至开战以来高位。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74336"/>
            <a:ext cx="11277295" cy="142646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84064"/>
            <a:ext cx="108813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对照 · 不重写前刊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58384"/>
            <a:ext cx="108813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中办国办科产融合意见、李强会见米舒斯京与普京通稿、APEC财长会闭幕、数字人民币基础设施升级、前三季度用电量，均为21日首发。谷神星一号海射遥八、SHINE首次出光已入21日刊。联合公报中文全文按预告收入本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463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713232"/>
            <a:ext cx="969264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96926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讯飞把全国产算力写成可试用的智能体。八部门把产业基础再造成「十五五」目录。成都把科学智能写成省级平台。《自然》把分子旋转写成可调电导。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84831"/>
            <a:ext cx="2633472" cy="43159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267712"/>
            <a:ext cx="2340864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293B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072384"/>
            <a:ext cx="234086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星火X2.6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749039"/>
            <a:ext cx="234086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A30B混合专家，百万token上下文，称全国产算力训练。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084831"/>
            <a:ext cx="2633472" cy="43159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2267712"/>
            <a:ext cx="2340864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072384"/>
            <a:ext cx="234086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项重点任务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749039"/>
            <a:ext cx="234086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产业基础「十五五」规划七方面，目标2030年进入国际先进行列。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84831"/>
            <a:ext cx="2633472" cy="43159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267712"/>
            <a:ext cx="2340864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350亿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072384"/>
            <a:ext cx="234086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天府·慧研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749039"/>
            <a:ext cx="234086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科学基础大模型激活参数，对接干湿智能实验室。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84831"/>
            <a:ext cx="2633472" cy="43159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2267712"/>
            <a:ext cx="2340864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072384"/>
            <a:ext cx="234086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单向旋转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749039"/>
            <a:ext cx="234086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《自然》螺旋烯分子转子，电压极性可反转方向。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65836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 u="none">
                <a:solidFill>
                  <a:srgbClr val="C41E3A"/>
                </a:solidFill>
                <a:latin typeface="Cambria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44752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模型 · 1024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80467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科大讯飞 · 22日下午主论坛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078992"/>
            <a:ext cx="85953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星火X2.6基于全国产算力发布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84831"/>
            <a:ext cx="8595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来源：IT之家 / 澎湃新闻　·　ithome.com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450592"/>
            <a:ext cx="8595360" cy="1965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科大讯飞22日在全球1024开发者节发布星火X2.6：采用293B-A30B混合专家架构，上下文扩展至百万token，称首次基于全国产算力实现代码与智能体能力突破。长程训练效率约提升4倍、推理约4.5倍。同步开源端侧X2.6-4B。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572000"/>
            <a:ext cx="85953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718304"/>
            <a:ext cx="8595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把「国产算力能训出可用智能体」写成可试用的产品，而不只是把现成模型迁移到国产卡上推理。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658368"/>
            <a:ext cx="539496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804672"/>
            <a:ext cx="4956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08　规划 · 工信部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115568"/>
            <a:ext cx="4956048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产业基础再写成目录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267712"/>
            <a:ext cx="49560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来源：工信部 / 新华社　·　miit.gov.cn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70048"/>
            <a:ext cx="4956048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工信部等八部门22日发布《产业基础能力提升「十五五」规划》，提出到2030年产业基础能力总体进入国际先进行列。围绕自主可控、创新能力、技术基础、质量、企业竞争力、推广应用和发展生态七方面部署22项重点任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4919472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5029200"/>
            <a:ext cx="4956048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把「产业基础再造」写成「十五五」可考核的目录与平台任务，承接21日科产融合意见的执行层。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658368"/>
            <a:ext cx="5394960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804672"/>
            <a:ext cx="4956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09　大会 · 成都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115568"/>
            <a:ext cx="4956048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「天府·慧研」上线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267712"/>
            <a:ext cx="49560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　·　news.cn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670048"/>
            <a:ext cx="4956048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第23届中国计算机大会22日在成都开幕，注册人数超过1.1万人，为创办二十余年来首次落地四川。会上，四川省「天府·慧研」平台上线，以约350亿激活参数科学基础大模型为核心，面向新材料、新药创制和清洁能源，打通预测—实验—验证闭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4919472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5029200"/>
            <a:ext cx="4956048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把科学智能从口号写成带国产算力和干湿实验室的省级平台，是大会当日可核验的产品。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471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双栏对照 · 分子转子与边缘芯片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70432"/>
            <a:ext cx="5394960" cy="5230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16736"/>
            <a:ext cx="49560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10　科学 · 《自然》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609344"/>
            <a:ext cx="49560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电流驱动分子单向转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596896"/>
            <a:ext cx="49560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来源：Nature　·　nature.com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962656"/>
            <a:ext cx="4956048" cy="1965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《自然》22日发表魏茨曼科学研究所、华中科技大学等的研究：将螺旋烯分子悬于两电极之间，外加电压可驱动100%单向循环旋转，极性可反转；超过阈值后电导显著增强。计算显示电流诱导力矩使分子进入高电导构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5029200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5157216"/>
            <a:ext cx="4956048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给出可反向、可调阈值的分子转子原型，把分子机器从「会转」推进到「转动改变电导」。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170432"/>
            <a:ext cx="5394960" cy="5230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316736"/>
            <a:ext cx="49560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11　边缘 · BrainChip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609344"/>
            <a:ext cx="495604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SPI外挂神经形态芯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596896"/>
            <a:ext cx="49560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来源：BrainChip　·　brainchip.com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962656"/>
            <a:ext cx="4956048" cy="1965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BrainChip 22日发布AKD1500 SPI神经形态协处理器，用微控制器常见的SPI接口把Akida事件驱动AI接到手表、门铃和工厂传感器，支持在芯片上学习新词、声音或故障模式，而无需把数据送回云端重训。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392" y="5029200"/>
            <a:ext cx="4956048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5157216"/>
            <a:ext cx="4956048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把神经形态芯片从PCIe模组降到MCU外挂，瞄准无需更换主控的存量嵌入式市场。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65836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881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078992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 u="none">
                <a:solidFill>
                  <a:srgbClr val="1A1A1A"/>
                </a:solidFill>
                <a:latin typeface="Cambria"/>
                <a:ea typeface="Microsoft YaHei"/>
                <a:cs typeface="Microsoft YaHei"/>
              </a:rPr>
              <a:t>航天留白，21日稿不重写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874519"/>
            <a:ext cx="10607040" cy="4206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无22日国内航天发射。谷神星一号海射遥八、SHINE首次出光已入21日刊。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Micron垂直HBM路线图为21日10:00 ET技术网络会，22日只是跟进稿，不立项。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听觉脑干植入体获批、数字人民币DCEPS、前三季度用电量、APEC财长会，均为20–21日首发。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巴青地震16人遇难、32人受伤为23日02:25核账、04:00新华社见报，不抢收。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DeepSeek约150亿美元融资、SemiAnalysis「华为—DeepSeek追赶英伟达」交叉不足，不立项。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 u="none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勿重刊：科产融合意见、李强会见米舒斯京/普京通稿、OpenShell、Pinal、Coral NPU、TorchTPU、RTX Spark、Willow。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第031期 · 2026年10月22日 ·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THE EVENING LEDGER　·　第031期 · 收束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87552"/>
            <a:ext cx="112471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F7F4EF"/>
                </a:solidFill>
                <a:latin typeface="Cambria"/>
                <a:ea typeface="Microsoft YaHei"/>
                <a:cs typeface="Microsoft YaHei"/>
              </a:rPr>
              <a:t>大会堂写五个必须，公报写北极航道，那曲写四级响应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112471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习近平在纪念长征胜利90周年大会提出走好新长征路的「五个必须」。中俄总理会晤联合公报全文把北极航道、天问三号和AI治理写成条款。毛宁称台湾问题没有灰色地带。发改委公布对外投资管理办法。巴青7.0级地震启动四级响应。达曼机场伤亡核账。讯飞星火X2.6与产业基础「十五五」规划同日见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72384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3072384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8211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时政六条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56432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1. 纪念长征胜利90周年大会在京举行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2. 联合公报全文见报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3. 没有灰色地带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4. 对外投资办法12月施行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5. 巴青县发生7.0级地震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6. 达曼机场核账，伊称七艘受损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8211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科技五条 · 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56432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1. 星火X2.6基于全国产算力发布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2. 产业基础再写成目录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3. 「天府·慧研」上线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4. 电流驱动分子单向转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5. SPI外挂神经形态芯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58384"/>
            <a:ext cx="112471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日期窗口：Asia/Shanghai 2026-10-22 00:00 至 2026-10-23 00:00。交叉来源：新华社/中国政府网/外交部/应急管理部/工信部/发改委、Arab News/Reuters/AP、科大讯飞1024、Nature、BrainChip。排除21日会晤通稿与科产融合意见、22日凌晨之后的地震伤亡核账，以及未交叉的融资传闻。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每日时政科技简报 · 第031期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