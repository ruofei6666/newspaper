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第034期  ·  2026年10月25日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201168"/>
            <a:ext cx="1554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</a:rPr>
              <a:t>封面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12064"/>
            <a:ext cx="11277295" cy="9525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</a:rPr>
              <a:t>●  THE MORNING DISPATCH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658368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</a:rPr>
              <a:t>ASIA / SHANGHAI    昨日新闻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950976"/>
            <a:ext cx="11277295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1E3A"/>
                </a:solidFill>
                <a:latin typeface="Calibri"/>
                <a:ea typeface="Calibri"/>
              </a:rPr>
              <a:t>第零叁肆期  ·  二零二六年十月二十五日  ·  星期日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89888"/>
            <a:ext cx="1124712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59152"/>
            <a:ext cx="112471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C2B6"/>
                </a:solidFill>
                <a:latin typeface="Calibri"/>
                <a:ea typeface="Calibri"/>
              </a:rPr>
              <a:t>只收录该日发生或该日首发的稿件。中比把五十五年写成贺信。联合国把二七五八写成现职口径。那曲把余震写成五点七。海南把低轨星座写成第六百七十四次。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73552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383280"/>
            <a:ext cx="3200400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C41E3A"/>
                </a:solidFill>
                <a:latin typeface="Cambria"/>
                <a:ea typeface="Cambria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059936"/>
            <a:ext cx="3200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4EF"/>
                </a:solidFill>
                <a:latin typeface="Calibri"/>
                <a:ea typeface="Calibri"/>
              </a:rPr>
              <a:t>时政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315967"/>
            <a:ext cx="3200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</a:rPr>
              <a:t>贺信 · 席位 · 余震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3273552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17136" y="3383280"/>
            <a:ext cx="3200400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C41E3A"/>
                </a:solidFill>
                <a:latin typeface="Cambria"/>
                <a:ea typeface="Cambria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7136" y="4059936"/>
            <a:ext cx="3200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4EF"/>
                </a:solidFill>
                <a:latin typeface="Calibri"/>
                <a:ea typeface="Calibri"/>
              </a:rPr>
              <a:t>科技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6" y="4315967"/>
            <a:ext cx="3200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</a:rPr>
              <a:t>长八甲 · 《自然》 · 超构表面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3273552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75904" y="3383280"/>
            <a:ext cx="3200400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C41E3A"/>
                </a:solidFill>
                <a:latin typeface="Cambria"/>
                <a:ea typeface="Cambria"/>
              </a:rPr>
              <a:t>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4059936"/>
            <a:ext cx="3200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4EF"/>
                </a:solidFill>
                <a:latin typeface="Calibri"/>
                <a:ea typeface="Calibri"/>
              </a:rPr>
              <a:t>合计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4" y="4315967"/>
            <a:ext cx="3200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</a:rPr>
              <a:t>周日沪时首发可核验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92040"/>
            <a:ext cx="1124712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</a:rPr>
              <a:t>今日主线：习近平同比利时国王菲利普互致建交55周年贺信。联合国官员重申恪守第2758号决议。巴青发生主震以来最大余震。特朗普排除当日对伊动武。利雅得机场复航并拦截导弹。多哈世界投资论坛开幕。长八甲发射卫星互联网低轨28组。《自然》把术前ctDNA转阴写成肺癌分层指标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第034期  ·  2026年10月25日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201168"/>
            <a:ext cx="1554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时政开篇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12064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4630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C41E3A"/>
                </a:solidFill>
                <a:latin typeface="Cambria"/>
                <a:ea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713232"/>
            <a:ext cx="969264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时政开篇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261872"/>
            <a:ext cx="9692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贺信把中比关系写成中欧稳定的支点。联合国把2758号决议写成现职官员的当日口径。那曲把余震序列写成五点七。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11277295" cy="1170432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143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901952"/>
            <a:ext cx="107899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刊头摘句  ·  联合国驻华协调员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157984"/>
            <a:ext cx="10789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Cambria"/>
                <a:ea typeface="Cambria"/>
              </a:rPr>
              <a:t>「Happy 55th birthday。」——杰思衡谈中国与联合国关系，CGTN 25日访谈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154680"/>
            <a:ext cx="3566160" cy="23317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143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273552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41E3A"/>
                </a:solidFill>
                <a:latin typeface="Cambria"/>
                <a:ea typeface="Cambria"/>
              </a:rPr>
              <a:t>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913632"/>
            <a:ext cx="3200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A5568"/>
                </a:solidFill>
                <a:latin typeface="Calibri"/>
                <a:ea typeface="Calibri"/>
              </a:rPr>
              <a:t>年 · 席位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224528"/>
            <a:ext cx="320040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1971年10月25日第26届联大通过第2758号决议。赖德称联合国将一以贯之恪守该决议。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3154680"/>
            <a:ext cx="3566160" cy="23317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143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17136" y="3273552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41E3A"/>
                </a:solidFill>
                <a:latin typeface="Cambria"/>
                <a:ea typeface="Cambria"/>
              </a:rPr>
              <a:t>5.7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7136" y="3913632"/>
            <a:ext cx="3200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A5568"/>
                </a:solidFill>
                <a:latin typeface="Calibri"/>
                <a:ea typeface="Calibri"/>
              </a:rPr>
              <a:t>级 · 余震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6" y="4224528"/>
            <a:ext cx="320040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25日19时25分巴青县浅源余震，为22日7.0级主震以来监测到的最大一次。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3154680"/>
            <a:ext cx="3566160" cy="23317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143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75904" y="3273552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41E3A"/>
                </a:solidFill>
                <a:latin typeface="Cambria"/>
                <a:ea typeface="Cambria"/>
              </a:rPr>
              <a:t>674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3913632"/>
            <a:ext cx="3200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A5568"/>
                </a:solidFill>
                <a:latin typeface="Calibri"/>
                <a:ea typeface="Calibri"/>
              </a:rPr>
              <a:t>次 · 长征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4" y="4224528"/>
            <a:ext cx="320040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海南商业场10时03分，长八甲将卫星互联网低轨28组送入轨道。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第034期  ·  2026年10月25日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201168"/>
            <a:ext cx="1554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稿件卡片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12064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713232"/>
            <a:ext cx="11277295" cy="5742432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143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920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C41E3A"/>
                </a:solidFill>
                <a:latin typeface="Cambria"/>
                <a:ea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554480"/>
            <a:ext cx="1920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</a:rPr>
              <a:t>纪念日
纽约 / 雄安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1014984"/>
            <a:ext cx="73152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0944" y="960120"/>
            <a:ext cx="826617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CGTN / 新华社  ·  25日 10:29 见报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261872"/>
            <a:ext cx="841248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Cambria"/>
                <a:ea typeface="Cambria"/>
              </a:rPr>
              <a:t>联合国官员重申恪守第2758号决议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359152"/>
            <a:ext cx="8412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来源：CGTN / 新华社    news.cgtn.com  ·  news.cn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743200"/>
            <a:ext cx="841248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Calibri"/>
              </a:rPr>
              <a:t>10月25日是新中国恢复联合国合法席位55周年。联合国副秘书长盖伊·赖德称联合国「将一以贯之」恪守第2758号决议；驻华协调员杰思衡称那是「决定性时刻」，给全球南方在安理会带来有力声音。新华社同日刊发纪念图文。外交部23日预告口径不重写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4663440"/>
            <a:ext cx="8412480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4736592"/>
            <a:ext cx="84124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901184"/>
            <a:ext cx="84124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把2758号决议写成联合国现职官员的纪念日口径，而不仅是纪念相册或周五例会预告。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第034期  ·  2026年10月25日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201168"/>
            <a:ext cx="1554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稿件卡片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12064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713232"/>
            <a:ext cx="5486400" cy="5742432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143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950976"/>
            <a:ext cx="73152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896112"/>
            <a:ext cx="48828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02　贺信 · 北京 / 布鲁塞尔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207008"/>
            <a:ext cx="502920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Cambria"/>
                <a:ea typeface="Cambria"/>
              </a:rPr>
              <a:t>中比建交五十五年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95728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来源：新华社    news.cn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743200"/>
            <a:ext cx="5029200" cy="1965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习近平25日同比利时国王菲利普互致贺信，庆祝建交55周年。习近平称愿以建交周年为契机，引领中比全方位友好合作伙伴关系迈上新台阶，为中欧关系健康稳定发展作贡献。菲利普表示愿推进开放对话、拓展务实合作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4800600"/>
            <a:ext cx="5029200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4873752"/>
            <a:ext cx="50292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038344"/>
            <a:ext cx="5029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五中全会前夜，元首层面向欧洲释放「均衡互利、中欧稳定」的信号。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713232"/>
            <a:ext cx="5486400" cy="5742432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143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01384" y="950976"/>
            <a:ext cx="73152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7688" y="896112"/>
            <a:ext cx="48828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03　应急 · 那曲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1207008"/>
            <a:ext cx="502920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Cambria"/>
                <a:ea typeface="Cambria"/>
              </a:rPr>
              <a:t>巴青最大余震5.7级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2395728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来源：新华社    news.cn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4" y="2743200"/>
            <a:ext cx="5029200" cy="1965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25日19时25分，西藏那曲市巴青县（北纬32.43度、东经93.99度）发生5.7级地震，震源深度10公里，为22日7.0级主震以来最大余震。震感明显，但未影响群众生活与安置。扎若改村60间板房已建成，部分群众开始从帐篷迁入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01384" y="4800600"/>
            <a:ext cx="5029200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4873752"/>
            <a:ext cx="50292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4" y="5038344"/>
            <a:ext cx="5029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把余震序列写成可核对的最大震级，同时说明板房安置已进入搬迁阶段。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第034期  ·  2026年10月25日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201168"/>
            <a:ext cx="1554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双栏对照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12064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Cambria"/>
                <a:ea typeface="Cambria"/>
              </a:rPr>
              <a:t>对照 · 霍尔木兹与利雅得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2471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特朗普把战争恫吓写成「今天不会打」。联军把首都防空写成拦截公报。机场在关闭两周后重开国际航班。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36192"/>
            <a:ext cx="5486400" cy="486460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143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755648"/>
            <a:ext cx="73152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700784"/>
            <a:ext cx="48828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04　访谈 · 华盛顿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993392"/>
            <a:ext cx="50292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Cambria"/>
                <a:ea typeface="Cambria"/>
              </a:rPr>
              <a:t>「成交还是了结」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788920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来源：CBS / Fox News    cbsnews.com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090672"/>
            <a:ext cx="5029200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特朗普25日晨在福克斯《Sunday Morning Futures》称，自己正在「同伊朗达成协议」与「了结他们」之间权衡，并宣称美方已控制霍尔木兹海峡。被问及是否将发动袭击时，他随后说「今天不会有打击」。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4892040"/>
            <a:ext cx="5029200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965192"/>
            <a:ext cx="50292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129784"/>
            <a:ext cx="5029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把周末战争恫吓写成可核验的「排除当日动武」，中期选举前的措辞本身就是油价与航道的变量。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1536192"/>
            <a:ext cx="5486400" cy="486460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143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01384" y="1755648"/>
            <a:ext cx="73152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1700784"/>
            <a:ext cx="48828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05　中东 · 利雅得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4" y="1993392"/>
            <a:ext cx="50292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Cambria"/>
                <a:ea typeface="Cambria"/>
              </a:rPr>
              <a:t>机场复航，导弹被拦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1384" y="2788920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来源：新华社 / CBS    news.cn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3090672"/>
            <a:ext cx="5029200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联军发言人马利基25日称，当天拦截并摧毁胡塞武装射向利雅得的一枚弹道导弹，稍早已在利雅得省击落两架无人机。当地约6时传出爆炸声并收到防空警报。哈立德国王国际机场同日重开1、2号航站楼，恢复国际航班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01384" y="4892040"/>
            <a:ext cx="5029200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01384" y="4965192"/>
            <a:ext cx="50292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1384" y="5129784"/>
            <a:ext cx="5029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机场在10月上旬遇袭关闭两周后复航，与首都防空同日重叠，红海—海湾战场仍未降温。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第034期  ·  2026年10月25日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201168"/>
            <a:ext cx="1554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稿件卡片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12064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713232"/>
            <a:ext cx="11277295" cy="5742432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143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920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C41E3A"/>
                </a:solidFill>
                <a:latin typeface="Cambria"/>
                <a:ea typeface="Cambria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554480"/>
            <a:ext cx="1920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</a:rPr>
              <a:t>投资
多哈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1014984"/>
            <a:ext cx="73152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0944" y="960120"/>
            <a:ext cx="826617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新华社 / 海合会秘书处  ·  25日开幕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261872"/>
            <a:ext cx="841248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Cambria"/>
                <a:ea typeface="Cambria"/>
              </a:rPr>
              <a:t>世界投资论坛开幕，中海自贸再提签署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359152"/>
            <a:ext cx="8412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来源：新华社 / 海合会    news.cn  ·  gcc-sg.org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743200"/>
            <a:ext cx="841248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Calibri"/>
              </a:rPr>
              <a:t>贸发会议世界投资论坛25日在多哈开幕，主题「投资未来」，约5000人与会。贸发会议报告称上半年国际投资额上升，但新增项目续降，发展中国家基础设施等领域投资降幅超25%。海合会秘书长贾西姆会见李成钢，双方称自贸协定谈判正克服障碍、准备签署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4663440"/>
            <a:ext cx="8412480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4736592"/>
            <a:ext cx="84124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901184"/>
            <a:ext cx="84124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把投资「金额升、项目降」的裂口，与中海自贸谈判并置，是海湾资本与中国市场的当日对表。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第034期  ·  2026年10月25日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201168"/>
            <a:ext cx="1554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科技开篇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12064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4630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C41E3A"/>
                </a:solidFill>
                <a:latin typeface="Cambria"/>
                <a:ea typeface="Cambr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713232"/>
            <a:ext cx="969264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科技开篇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261872"/>
            <a:ext cx="9692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文昌把低轨星座写成第六百七十四次。《自然》把血液DNA清除写成肺癌分层。技物所把对称性写成可调Q。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2633472" cy="41605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143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011680"/>
            <a:ext cx="2304288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Cambria"/>
              </a:rPr>
              <a:t>674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926080"/>
            <a:ext cx="230428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  <a:ea typeface="Calibri"/>
              </a:rPr>
              <a:t>长征发射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383280"/>
            <a:ext cx="2304288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长八甲海南商业场，卫星互联网低轨28组入轨。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828800"/>
            <a:ext cx="2633472" cy="41605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143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2152" y="2011680"/>
            <a:ext cx="2304288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Cambria"/>
              </a:rPr>
              <a:t>0.22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2926080"/>
            <a:ext cx="230428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  <a:ea typeface="Calibri"/>
              </a:rPr>
              <a:t>风险比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2152" y="3383280"/>
            <a:ext cx="2304288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NeoCOAST-2：术前ctDNA转阴者无事件生存更优。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828800"/>
            <a:ext cx="2633472" cy="41605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143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2011680"/>
            <a:ext cx="2304288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Cambria"/>
              </a:rPr>
              <a:t>20000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926080"/>
            <a:ext cx="230428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  <a:ea typeface="Calibri"/>
              </a:rPr>
              <a:t>Q因子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383280"/>
            <a:ext cx="2304288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四聚体超构表面实验Q从约300调至约20000。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1828800"/>
            <a:ext cx="2633472" cy="41605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143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872" y="2011680"/>
            <a:ext cx="2304288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Cambria"/>
              </a:rPr>
              <a:t>56%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2926080"/>
            <a:ext cx="230428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  <a:ea typeface="Calibri"/>
              </a:rPr>
              <a:t>脑萎缩降幅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3383280"/>
            <a:ext cx="2304288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全息超声两分钟开放血脑屏障后的小鼠结果。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第034期  ·  2026年10月25日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201168"/>
            <a:ext cx="1554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稿件卡片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12064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713232"/>
            <a:ext cx="11277295" cy="5742432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143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920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C41E3A"/>
                </a:solidFill>
                <a:latin typeface="Cambria"/>
                <a:ea typeface="Cambria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554480"/>
            <a:ext cx="1920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</a:rPr>
              <a:t>航天
文昌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1014984"/>
            <a:ext cx="73152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0944" y="960120"/>
            <a:ext cx="826617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新华社 / 中国航天科技集团  ·  25日 10:03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261872"/>
            <a:ext cx="841248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Cambria"/>
                <a:ea typeface="Cambria"/>
              </a:rPr>
              <a:t>长八甲发射卫星互联网低轨28组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286000"/>
            <a:ext cx="8412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来源：新华社 / 航天科技集团    news.cn  ·  spacechina.com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670048"/>
            <a:ext cx="841248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Calibri"/>
              </a:rPr>
              <a:t>25日10时03分，长征八号甲在海南商业航天发射场点火，将卫星互联网低轨28组送入预定轨道。卫星由航天科技集团五院抓总；长八甲为两级半液体火箭，芯一级液氧煤油、芯二级氢氧，捆绑两枚液体助推器。此为长征系列第674次发射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4617720"/>
            <a:ext cx="8412480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4690872"/>
            <a:ext cx="84124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855464"/>
            <a:ext cx="84124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低轨星座组网从文昌商业场继续加密，是国内周日可核验的航天首发。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第034期  ·  2026年10月25日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201168"/>
            <a:ext cx="1554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双栏对照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12064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713232"/>
            <a:ext cx="5486400" cy="5742432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143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950976"/>
            <a:ext cx="73152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896112"/>
            <a:ext cx="48828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08　医学 · 《自然》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207008"/>
            <a:ext cx="502920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Cambria"/>
                <a:ea typeface="Cambria"/>
              </a:rPr>
              <a:t>术前ctDNA转阴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212848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来源：Nature    nature.com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560320"/>
            <a:ext cx="5029200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NeoCOAST-2 II期平台试验探索可切除肺癌围手术期方案。术前ctDNA转阴者无事件生存更优（合并HR 0.22）；转阴且病理完全缓解者HR 0.10。Dato-DXd组ctDNA转阴率72.5%、病理完全缓解35.2%，为三组最高。作者称属探索性分析。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4800600"/>
            <a:ext cx="5029200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4873752"/>
            <a:ext cx="50292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038344"/>
            <a:ext cx="5029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把血液DNA清除写成可手术肺癌分层的候选指标，而不是又一份单臂缓解率新闻稿。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713232"/>
            <a:ext cx="5486400" cy="5742432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143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01384" y="950976"/>
            <a:ext cx="73152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7688" y="896112"/>
            <a:ext cx="48828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09　光学 · 《自然·通讯》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1207008"/>
            <a:ext cx="502920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Cambria"/>
                <a:ea typeface="Cambria"/>
              </a:rPr>
              <a:t>可编程超高Q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2212848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来源：Nature Communications    nature.com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4" y="2560320"/>
            <a:ext cx="5029200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上海技物所、华东师大、南京信息工程大学等在四聚体超构表面中，用双点群与布里渊区折叠构造多重超高Q共振。实验显示模式劈裂可在0–70 nm间调节，Q因子从约300调至约20000。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01384" y="4800600"/>
            <a:ext cx="5029200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4873752"/>
            <a:ext cx="50292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4" y="5038344"/>
            <a:ext cx="5029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给出可寻址、可调Q的多共振超构表面路线，面向传感与光物质相互作用。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第034期  ·  2026年10月25日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201168"/>
            <a:ext cx="1554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稿件卡片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12064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713232"/>
            <a:ext cx="5486400" cy="5742432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143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950976"/>
            <a:ext cx="73152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896112"/>
            <a:ext cx="48828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10　医学工程 · 上科大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207008"/>
            <a:ext cx="502920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Cambria"/>
                <a:ea typeface="Cambria"/>
              </a:rPr>
              <a:t>全息超声多靶点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212848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来源：Nature Communications    nature.com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560320"/>
            <a:ext cx="5029200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上海科技大学团队用3D打印全息片与单阵元超声，沿梗死边界开放血脑屏障。小鼠实验中一次两分钟治疗提高囊泡与间充质基质细胞递送，脑萎缩约降56%，血管新生约增1倍，神经前体增殖约增3倍。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4800600"/>
            <a:ext cx="5029200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4873752"/>
            <a:ext cx="50292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038344"/>
            <a:ext cx="5029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把昂贵相控阵换成低成本全息片，为卒中多靶点无创递送给出可扩展原型。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713232"/>
            <a:ext cx="5486400" cy="5742432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143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01384" y="950976"/>
            <a:ext cx="73152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7688" y="896112"/>
            <a:ext cx="48828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11　医学AI · 复旦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1207008"/>
            <a:ext cx="502920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Cambria"/>
                <a:ea typeface="Cambria"/>
              </a:rPr>
              <a:t>一张图生成罕见病变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2212848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来源：Nature Communications    nature.com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4" y="2560320"/>
            <a:ext cx="5029200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复旦大学、中山医院等提出EndoRare：从单张参考图、无需重训即可合成罕见胃肠病变。在四种罕见病理上，专家判断图像临床可信，增强后分类器低假阳性下真阳性上升；探索性阅片显示新手识别改善。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01384" y="4800600"/>
            <a:ext cx="5029200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4873752"/>
            <a:ext cx="50292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4" y="5038344"/>
            <a:ext cx="5029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把罕见病样本短缺写成可验证的数据高效生成，而不是又一个通用医学大模型发布。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第034期  ·  2026年10月25日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201168"/>
            <a:ext cx="1554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信息不足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12064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713232"/>
            <a:ext cx="11277295" cy="5742432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143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969264"/>
            <a:ext cx="73152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914400"/>
            <a:ext cx="103692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信息不足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243584"/>
            <a:ext cx="105156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Cambria"/>
                <a:ea typeface="Cambria"/>
              </a:rPr>
              <a:t>产业芯片留白，24日稿不重写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1993392"/>
            <a:ext cx="91440" cy="9144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1024128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外交部周日无例会；未见习近平/李强/王毅新会见详稿（比利时贺信除外）。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" y="2651760"/>
            <a:ext cx="91440" cy="9144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2578608"/>
            <a:ext cx="1024128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北美云厂商与先进制程芯片无25日沪时产品首发。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" y="3310128"/>
            <a:ext cx="91440" cy="9144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236976"/>
            <a:ext cx="1024128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马斯克称SpaceX完成400亿美元GPU可赎回债务，路透25日16:05 ET=沪时26日04:05，入26日刊。</a:t>
            </a:r>
          </a:p>
        </p:txBody>
      </p:sp>
      <p:sp>
        <p:nvSpPr>
          <p:cNvPr id="17" name="Oval 16"/>
          <p:cNvSpPr/>
          <p:nvPr/>
        </p:nvSpPr>
        <p:spPr>
          <a:xfrm>
            <a:off x="786384" y="3968496"/>
            <a:ext cx="91440" cy="9144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3895344"/>
            <a:ext cx="1024128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Nemotron 3.5 Bolt E4B为23日开源；Kimi K3.1 Pro、OpenAI离线世界、英国AI生物安全实验室为24日。</a:t>
            </a:r>
          </a:p>
        </p:txBody>
      </p:sp>
      <p:sp>
        <p:nvSpPr>
          <p:cNvPr id="19" name="Oval 18"/>
          <p:cNvSpPr/>
          <p:nvPr/>
        </p:nvSpPr>
        <p:spPr>
          <a:xfrm>
            <a:off x="786384" y="4626864"/>
            <a:ext cx="91440" cy="9144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553712"/>
            <a:ext cx="1024128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深圳国际量子研究院量子声学为光明日报「近日发表」，未核验25日期刊首发，不立项。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" y="5285232"/>
            <a:ext cx="91440" cy="9144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5212080"/>
            <a:ext cx="1024128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勿重刊：金正恩访丹东、治理论坛致信/八项行动、商务部反制美投资限制、泽连斯基阿布扎比会谈、长四乙遥感五十三号。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第034期  ·  2026年10月25日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201168"/>
            <a:ext cx="1554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</a:rPr>
              <a:t>收束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12064"/>
            <a:ext cx="11277295" cy="9525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Calibri"/>
              </a:rPr>
              <a:t>THE EVENING LEDGER    ·    第034期 · 收束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4712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7F4EF"/>
                </a:solidFill>
                <a:latin typeface="Cambria"/>
                <a:ea typeface="Cambria"/>
              </a:rPr>
              <a:t>贺信写中比，决议写现职口径，文昌写第六百七十四次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112471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2D8"/>
                </a:solidFill>
                <a:latin typeface="Calibri"/>
                <a:ea typeface="Calibri"/>
              </a:rPr>
              <a:t>习近平同比利时国王菲利普互致建交55周年贺信。联合国官员在恢复席位纪念日重申恪守第2758号决议。巴青发生主震以来最大余震。特朗普排除当日对伊动武。利雅得机场复航并拦截导弹。多哈世界投资论坛开幕。长八甲发射卫星互联网低轨28组。《自然》把术前ctDNA转阴写成肺癌分层指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54680"/>
            <a:ext cx="5486400" cy="233172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45352" y="3154680"/>
            <a:ext cx="5486400" cy="233172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273552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时政六条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566160"/>
            <a:ext cx="512064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</a:rPr>
              <a:t>1. 联合国官员重申恪守第2758号决议
2. 中比建交五十五年
3. 巴青最大余震5.7级
4. 「成交还是了结」
5. 机场复航，导弹被拦
6. 世界投资论坛开幕，中海自贸再提签署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273552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科技五条 · 缺口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566160"/>
            <a:ext cx="512064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</a:rPr>
              <a:t>1. 长八甲发射卫星互联网低轨28组
2. 术前ctDNA转阴
3. 可编程超高Q
4. 全息超声多靶点
5. 一张图生成罕见病变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23560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</a:rPr>
              <a:t>日期窗口：Asia/Shanghai 2026-10-25 00:00 至 2026-10-26 00:00。交叉来源：新华社/CGTN/海合会、CBS/Fox、贸发会议、航天科技集团、Nature / Nature Communications。排除23–24日已入刊稿与折入26日的SpaceX债项。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144768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每日时政科技简报  ·  第034期  ·  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