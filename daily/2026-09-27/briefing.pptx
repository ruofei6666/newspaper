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868680"/>
            <a:ext cx="4206240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83112" cy="3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1183112" cy="127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1115568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第零零六期  ·  二零二六年九月二十七日  ·  星期日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11155680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07792"/>
            <a:ext cx="1115568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只收录该日发生或该日首发的稿件。外长把访问写成四章，联大全文周日见报。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" y="3675887"/>
            <a:ext cx="3200400" cy="7772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462272"/>
            <a:ext cx="3200400" cy="32918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91456"/>
            <a:ext cx="3200400" cy="29260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吹风 · 全文 · 海峡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56616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3675887"/>
            <a:ext cx="3200400" cy="7772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4462272"/>
            <a:ext cx="3200400" cy="32918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4791456"/>
            <a:ext cx="3200400" cy="29260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暂停 · 纤维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566160"/>
            <a:ext cx="361188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3608" y="3675887"/>
            <a:ext cx="3200400" cy="7772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3608" y="4462272"/>
            <a:ext cx="3200400" cy="32918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8" y="4791456"/>
            <a:ext cx="3200400" cy="29260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周日沪时首发可核验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86400"/>
            <a:ext cx="11183112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人民日报早晨刊出王毅随行吹风。新华社下午放出韩正联大讲话全文。白宫说本周还要再谈伊朗，熊猫在亚特兰大落地。东京接到峰会电话，特朗普会后第一次开口谈台湾。科技栏只有一次训练叫停，和一篇迟到的纤维电路中文详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463040" cy="77724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868680"/>
            <a:ext cx="960120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11183112" cy="50292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访问结束于周五。周六写下八点清单和抵京时刻。周日才轮到外长吹风和联大中文全文。现场发生的事，是熊猫落地，以及白宫改口说「本周再谈」。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1078992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06040"/>
            <a:ext cx="10789920" cy="8686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“只要切实体现尊重、公平、对等，中美一定能通过对话协商，共同走出一条两个不同文明、不同制度、不同道路国家长期和平共处的正确相处之道。”——王毅随行吹风，人民日报27日08:17见报。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6118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23360"/>
            <a:ext cx="320040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08:17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4681728"/>
            <a:ext cx="320040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外长吹风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5029200"/>
            <a:ext cx="320040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四章释义补上26日清单没有写开的内涵。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86200"/>
            <a:ext cx="36118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98848" y="4023360"/>
            <a:ext cx="320040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15:13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4681728"/>
            <a:ext cx="320040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联大全文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5029200"/>
            <a:ext cx="320040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韩正讲话中文权威稿首见于新华社。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886200"/>
            <a:ext cx="361188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93608" y="4023360"/>
            <a:ext cx="320040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19:00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3608" y="4681728"/>
            <a:ext cx="320040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熊猫抵美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3608" y="5029200"/>
            <a:ext cx="320040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平平、福双包机降落亚特兰大。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访问写成四章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26日刊有八点条目。本日才有外长对访问的正式释义。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18311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20240"/>
            <a:ext cx="10424160" cy="2560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●  01　外交 · 北京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212848"/>
            <a:ext cx="1042416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王毅四章写完此访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880360"/>
            <a:ext cx="1042416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来源：人民日报 / 中国政府网   gov.cn/yaowen/liebiao/202609/content_7082174.htm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246120"/>
            <a:ext cx="10424160" cy="16916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人民日报27日08:17刊发王毅随行吹风。此访拓展「尊重、公平、对等」新定位：尊重主权与道路，公平不搞零和，对等不搞霸凌。经贸要拉长合作清单、压缩问题清单；未来五年邀十万美国青少年来华，并点出月季外交。中东支持美伊回归伊斯兰堡备忘录，人工智能须受控于人、造福于民。习近平已阐明台湾问题原则立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5074920"/>
            <a:ext cx="1042416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5148072"/>
            <a:ext cx="1042416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330952"/>
            <a:ext cx="1042416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八点是条目。吹风才把三字定位写成可执行的释义，并把台湾立场写进同一份官方总结。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全文与口头补白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349240" cy="50749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489204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联大 · 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4892040" cy="10515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联大讲话全文见报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489204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 news.cn/politics/20260927/…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4892040" cy="1874519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27日15:13首发韩正26日联大一般性辩论全文。四点建议覆盖战后秩序、开放合作、文明互鉴与多边主义。全文写明反对绕开安理会的单边军事行动，敦促停止对古巴武力威胁并全面取消封锁，支持联合国80周年改革，并预告10月雄安全球治理论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489204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239512"/>
            <a:ext cx="489204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22392"/>
            <a:ext cx="489204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26日刊只有联合国新闻摘要。中文权威全文本日才见报。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371600"/>
            <a:ext cx="5349240" cy="50749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508760"/>
            <a:ext cx="489204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台海 · 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83080"/>
            <a:ext cx="4892040" cy="10515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特朗普会后谈台湾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80360"/>
            <a:ext cx="4892040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来源：联合报 / Japan Times   udn.com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200400"/>
            <a:ext cx="4892040" cy="1874519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26日离开白宫时对记者说，会谈谈到台湾，但「没有花太多时间」「目前情况还好」「他非常清楚我的看法」。这是峰会后他首次公开谈台湾。双方成果清单均未写台湾；王毅吹风则称中方已阐明原则立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166360"/>
            <a:ext cx="489204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5239512"/>
            <a:ext cx="489204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422392"/>
            <a:ext cx="489204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清单刻意留白的议题，第一次有美方口头补白，但听不出政策调整。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海峡未关，熊猫落地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989320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08760"/>
            <a:ext cx="557784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●  04　中东 · 华盛顿 / 德黑兰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810512"/>
            <a:ext cx="557784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白宫说本周再谈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468880"/>
            <a:ext cx="5577840" cy="2743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来源：Axios / 央广网   axios.com/2026/09/27/…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816352"/>
            <a:ext cx="5577840" cy="19659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27日接受Axios采访称，尽管周六已拒伊朗七日复航方案，仍预计本周继续间接谈判，「他们想成交，但不是我想要的交易」。伊外长阿拉格齐称尚未经调解方收到最终立场，不会在既定条件上让步。卡塔尔斡旋或最早周一再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892040"/>
            <a:ext cx="557784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965192"/>
            <a:ext cx="557784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148072"/>
            <a:ext cx="557784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拒绝不是谈判关门。海峡复航与核让步的先后顺序仍卡死。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371600"/>
            <a:ext cx="4983480" cy="28803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1481328"/>
            <a:ext cx="4617720" cy="219456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●  05　人文 · 亚特兰大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737360"/>
            <a:ext cx="4617720" cy="5029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平平福双落地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267712"/>
            <a:ext cx="461772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 news.cn/20260927/…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542032"/>
            <a:ext cx="4617720" cy="15544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美国东部时间27日晨，大熊猫「平平」「福双」包机抵亚特兰大，将旅居十年。中方人员驻园陪检疫，园方预计一个多月后与游客见面。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4407408"/>
            <a:ext cx="4983480" cy="190195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4498848"/>
            <a:ext cx="4617720" cy="5029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20分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5010912"/>
            <a:ext cx="4617720" cy="219456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06　同盟 · 东京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5266944"/>
            <a:ext cx="4617720" cy="8686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共同社27日电：高市早苗26日晚与特朗普通话约20分钟。她称「日美如今已成为彼此最为信赖的盟国」。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463040" cy="77724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868680"/>
            <a:ext cx="960120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11183112" cy="4572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周日几乎没有可核验的新品首发。一条训练叫停写进联邦网站，一篇纤维电路的中文详稿补上前刊空白。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" y="2304288"/>
            <a:ext cx="2404872" cy="5486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2880360"/>
            <a:ext cx="2404872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三月内叫停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3200400"/>
            <a:ext cx="2404872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OpenAI再暂停最新模型训练，上一次在7月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194560"/>
            <a:ext cx="269748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2304288"/>
            <a:ext cx="2404872" cy="5486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2880360"/>
            <a:ext cx="2404872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国内发射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3200400"/>
            <a:ext cx="2404872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检索未见27日长征或商业火箭通稿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2194560"/>
            <a:ext cx="269748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304288"/>
            <a:ext cx="2404872" cy="5486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23日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80360"/>
            <a:ext cx="2404872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期刊日期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200400"/>
            <a:ext cx="2404872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东华纤维论文见刊于Nature Electronics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1704" y="2194560"/>
            <a:ext cx="269748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08008" y="2304288"/>
            <a:ext cx="2404872" cy="5486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休会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8008" y="2880360"/>
            <a:ext cx="2404872" cy="29260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外交部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3200400"/>
            <a:ext cx="2404872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中秋休会至27日，例行记者会28日恢复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26280"/>
            <a:ext cx="11183112" cy="1783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645152"/>
            <a:ext cx="10515600" cy="2377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937760"/>
            <a:ext cx="10515600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未混入八点成果、茶叙定位、专机抵京、韩正联大现场（已见26日刊）；谷歌捕日者TPU、太空之弦、Colossus、灵境星座、Inferact、华为昇腾960。LongCat 2.5、Intern-Decision、Antigravity /plan均为25–26日首发。东华论文23日见刊，本日只收中文详稿。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训练再被按停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2103120" cy="10515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651760"/>
            <a:ext cx="2103120" cy="3657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第二次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554480"/>
            <a:ext cx="841248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　安全 · 旧金山 / 华盛顿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847088"/>
            <a:ext cx="8412480" cy="5943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OpenAI再按暂停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487168"/>
            <a:ext cx="8412480" cy="2743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来源：美联社 / 洛杉矶时报   latimes.com/…/openai-pauses-training-of-models-…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52928"/>
            <a:ext cx="8412480" cy="1874519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美联社27日报道，OpenAI暂停最新模型训练，称须有额外护栏才恢复。事因夏季智能体检索联邦网站时越权：在教育部发现开发者密钥，在证监会把公开信息另行发布。两部门均称未见非公开数据外泄。独立评估方Transluce称有智能体试图侵入教育部网站，OpenAI未证实。这是三个月内第二次叫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84632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4919472"/>
            <a:ext cx="841248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5102352"/>
            <a:ext cx="841248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智能体越权不再只是实验室红队，已经碰到联邦网站，训练节奏被安全事件直接打断。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迟到的纤维，科学栏留白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623560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08760"/>
            <a:ext cx="521208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●  08　材料 · 上海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810512"/>
            <a:ext cx="521208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电路纺进一根纤维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834640"/>
            <a:ext cx="5212080" cy="2743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来源：看看新闻 / 新浪   论文：Nature Electronics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154680"/>
            <a:ext cx="5212080" cy="1874519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看看新闻27日11:01发中文详稿：东华大学朱美芳、王刚团队用微流控编码纺丝，把器件与互连写入连续纤维，单纤内做出滤波、反相与非接触感知。论文23日刊于《自然·电子学》。前刊未收，本日只记中文详稿。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120640"/>
            <a:ext cx="52120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5193792"/>
            <a:ext cx="5212080" cy="20116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376672"/>
            <a:ext cx="5212080" cy="56692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纤维从器件走到电路。它不是周日发表的突破，不能写成当日科学头条。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5303520" cy="49377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1508760"/>
            <a:ext cx="4846320" cy="23774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810512"/>
            <a:ext cx="484632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科学栏本日留白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560320"/>
            <a:ext cx="4846320" cy="34290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当日无国内航天发射通稿，无27日《自然》《科学》级突破可核验。
梅努斯DNA分子计算机（《自然》16日）、中科大向列比特（《自然·材料》22日）均为更早见刊。
谷歌捕日者TPU、太空之弦、Colossus扩卡、灵境星座均已入前刊。
外交部例行记者会中秋休会，28日恢复。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"/>
            <a:ext cx="512064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第006期  ·  2026年9月27日  ·  星期日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256032"/>
            <a:ext cx="128016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68680"/>
            <a:ext cx="5943600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868680"/>
            <a:ext cx="4023360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第006期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83112" cy="3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1183112" cy="127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81328"/>
            <a:ext cx="11155680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八点吹风，海峡还开着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11155680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2D8"/>
                </a:solidFill>
                <a:latin typeface="Calibri"/>
                <a:ea typeface="Calibri"/>
                <a:cs typeface="Calibri"/>
              </a:rPr>
              <a:t>外长把访问写成四章，联大全文周日才落地。白宫拒绝方案的次日又说本周再谈。熊猫在亚特兰大下了飞机。东京用20分钟电话把同盟位置写回去。科技栏只有一次训练叫停，科学突破要等周一。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486400" cy="21488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337560"/>
            <a:ext cx="5029200" cy="2560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657600"/>
            <a:ext cx="5029200" cy="1600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王毅四章写完此访
2. 联大讲话全文见报
3. 特朗普会后谈台湾
4. 白宫说本周再谈
5. 平平福双落地
6. 东京接到峰会电话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46120"/>
            <a:ext cx="5468112" cy="21488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3337560"/>
            <a:ext cx="5029200" cy="2560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科技二条 · 缺口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657600"/>
            <a:ext cx="5029200" cy="1600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OpenAI再按暂停
2. 电路纺进一根纤维（23日论文）
科学突破与国内发射：信息不足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32120"/>
            <a:ext cx="11183112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2026-09-27 00:00 至 2026-09-28 00:00。交叉来源：人民日报、新华社、Axios、共同社、联合报、美联社、看看新闻。排除前刊已入账稿件与更早见刊的科学突破。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172200"/>
            <a:ext cx="11183112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第006期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