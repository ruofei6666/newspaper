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6400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13232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第零叁零期  ·  二零二六年十月二十一日  ·  星期三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只收录该日发生或该日首发的稿件。圣彼得堡把总理会晤写成联合公报。中南海把科产融合写成十七条。柏林把智能体安全写成可采购的机架。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320040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86460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会晤 · 意见 · 海峡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6576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767328"/>
            <a:ext cx="320040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52628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86460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出光 · 海射 · 开壳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576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767328"/>
            <a:ext cx="320040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26280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86460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周三沪时首发可核验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59552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李强与米舒斯京签署中俄总理第三十一次定期会晤联合公报，下午会见普京。双办发布科产融合意见。毛宁预告雄安治理论坛，并对日稀土管制说死安全逻辑。阿拉格齐称霍尔木兹须美方接受条件才重开。SHINE首次出光。谷神星一号海射遥八。OpenShell与OpenAI进谷歌云同日见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841248"/>
            <a:ext cx="91440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81328"/>
            <a:ext cx="91440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涅瓦河把年度会晤写成可签署的公报。中南海把「科产融合」写成组织条款。雄安把全球治理写成后天的论坛。霍尔木兹把海底光缆写成下一处打击名单。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11277295" cy="1234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刊头摘句 · 圣彼得堡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50592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「当前，中俄新时代全面战略协作伙伴关系正在进入更有作为、更快发展的新阶段。」——李强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5760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1596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  <a:ea typeface="Calibri"/>
              </a:rPr>
              <a:t>次定期会晤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817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上午与米舒斯京共同主持，会后签署联合公报，另达成经贸、航天、科教文件。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5204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365760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31596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  <a:ea typeface="Calibri"/>
              </a:rPr>
              <a:t>条科产意见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6817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双办全文八部分，要求集成电路、工业母机、高端仪器取得决定性突破。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204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65760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315968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  <a:ea typeface="Calibri"/>
              </a:rPr>
              <a:t>日雄安论坛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6817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毛宁宣布王毅出席2026全球治理论坛开幕式并作主旨发言。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21945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2194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会晤 · 圣彼得堡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83210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新华社 · 21日 18:10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261872"/>
            <a:ext cx="832104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总理会晤写成联合公报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084831"/>
            <a:ext cx="83210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来源：新华社 / 中国政府网  ·  news.cn  ·  gov.cn  ·  英文电讯 23:05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14600"/>
            <a:ext cx="8321040" cy="1965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10月21日上午，李强在圣彼得堡同米舒斯京主持中俄总理第三十一次定期会晤。双方肯定各委员会工作，同意推进经贸、能源、互联互通、航空航天等合作，培育人工智能、生物技术、数字经济新动能，并办好「中俄教育年」。会后签署联合公报，另达成经贸、航天、科教文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617720"/>
            <a:ext cx="832104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736592"/>
            <a:ext cx="83210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010912"/>
            <a:ext cx="832104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把元首共识写成可签署的联合公报和多领域文件，是中俄总理机制的年度执行账。英文电讯同日称双方视破坏性外部干涉为欧亚不稳定主因。中文公报全文22日01:12见报，不抢入本日。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02　会见 · 普京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预祝五中全会，点名APEC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来源：新华社 / 阿纳多卢  ·  news.cn  ·  aa.com.tr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李强当天下午会见普京，转达习近平问候。普京预祝中共二十届五中全会成功，称中国是俄方最亲密可靠的伙伴，并支持中方主办今年APEC、明年任金砖主席国。同日克宫称，普京会见美特使维特科夫后，三方会晤「各方均未排除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圣彼得堡同一天叠上总理会晤、元首会见和美特使到访，把双边机制与APEC三方传闻写进同一城。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03　政策 · 双办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科产融合写成十七条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来源：新华社 / 中国政府网  ·  news.cn  ·  gov.cn 全文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中办、国办21日发布《关于推动科技创新和产业创新深度融合的意见》。全文八部分十七条，要求以企业主导的产学研融通为重点，推动集成电路、工业母机、高端仪器等关键核心技术取得决定性突破，并全面实施「人工智能+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这是9日新质生产力《意见》之后，把「科产融合」写成可执行的组织、转化与金融条款。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例会与海峡对质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70432"/>
            <a:ext cx="5669280" cy="53218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98448"/>
            <a:ext cx="5157216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04　例会 · 雄安 / 稀土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5157216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管制旨在制止再军事化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42032"/>
            <a:ext cx="5157216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来源：外交部例行记者会  ·  mfa.gov.cn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52928"/>
            <a:ext cx="5157216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毛宁宣布王毅将于23日出席雄安2026全球治理论坛开幕式并作主旨发言。回应日方钇储量告急、已请美方游说时，她说对日出口管制旨在制止「再军事化」和拥核企图。对中俄美三方元首会晤，她称暂无信息。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86460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97433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93792"/>
            <a:ext cx="5157216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把对日稀土管制的安全逻辑说死，同时继续不确认深圳APEC三方会，与克宫「未排除」形成对照。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170432"/>
            <a:ext cx="5669280" cy="53218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98448"/>
            <a:ext cx="5157216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05　国台办 · 人流贸易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5157216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赴陆仍增，贸易未脱钩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42032"/>
            <a:ext cx="5157216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来源：国台办 / 新华社  ·  gwytb.gov.cn  ·  news.cn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52928"/>
            <a:ext cx="5157216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张晗21日指出，台陆委会禁止岛内人士赴陆参加孙中山诞辰160周年活动，但1至8月台胞赴陆仍达249.2万人次、年增19.63%。海关统计1至9月两岸贸易3011.8亿美元，同比增30.3%。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86460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97433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93792"/>
            <a:ext cx="5157216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用可核验的人流和贸易数字回击「脱钩断链」叙事，而不是只重复政治口号。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11277295" cy="4434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219456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中东 · 霍尔木兹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14400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The National / CBS · 21日首发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207008"/>
            <a:ext cx="832104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重开须美方接受条件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38528"/>
            <a:ext cx="83210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来源：The National / CBS  ·  thenationalnews.com  ·  cbsnews.com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04288"/>
            <a:ext cx="83210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阿拉格齐21日称，在美方接受条件前霍尔木兹不会对各方开放；间接谈判仍由巴基斯坦、卡塔尔斡旋，美方试图给伊方九月七日方案加条款。革命卫队贾瓦尼警告，若美再打伊朗基础设施，将打击包括海峡海底光缆在内的「投资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931920"/>
            <a:ext cx="832104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041648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79392"/>
            <a:ext cx="83210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把海峡重开条件与海底通信威胁写成同一天，说明僵局已从油运扩到数字基础设施。达曼机场伤亡官方口径折沪时入22日，不抢收。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21808"/>
            <a:ext cx="11277295" cy="1170432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13248"/>
            <a:ext cx="1097280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对照 · 不重写前刊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李强20日晚抵圣彼得堡、上合总理会及联合公报、工信部前三季度账已入20日刊。抵达电讯中文详稿21日00:42只记抵达，不重写。DeepSeek–华为联合定义芯片为The Information传闻，20日已排除。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841248"/>
            <a:ext cx="91440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81328"/>
            <a:ext cx="91440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张江把硬X射线写成第一道光。黄海把商业海射写成西光肆号入轨。柏林把智能体安全写成硅级隔离。西湖把自然语言写成可催化的蛋白质。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377440"/>
            <a:ext cx="2450592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4 GeV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200400"/>
            <a:ext cx="2450592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</a:rPr>
              <a:t>首次出光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703320"/>
            <a:ext cx="2450592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SHINE用连续波超导加速器驱动18台波荡器，目标2027年底投用。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19456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377440"/>
            <a:ext cx="2450592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11:39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200400"/>
            <a:ext cx="2450592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</a:rPr>
              <a:t>日照海射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703320"/>
            <a:ext cx="2450592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谷神星一号海射型遥八把西光肆号01星送入预定轨道。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9456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377440"/>
            <a:ext cx="2450592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30×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200400"/>
            <a:ext cx="2450592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</a:rPr>
              <a:t>每兆瓦吞吐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703320"/>
            <a:ext cx="2450592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OpenShell称Vera Rubin NVL72服务智能体，每兆瓦吞吐提高三十倍。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19456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2377440"/>
            <a:ext cx="2450592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16B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200400"/>
            <a:ext cx="2450592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</a:rPr>
              <a:t>参数 Pinal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703320"/>
            <a:ext cx="2450592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《自然》发表西湖大学自然语言蛋白质设计模型，四任务实验验证。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219456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2194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装置 · 张江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832104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新华社 · 21日 15:06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261872"/>
            <a:ext cx="832104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硬X射线装置首次出光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084831"/>
            <a:ext cx="83210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来源：新华社  ·  news.cn/tech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14600"/>
            <a:ext cx="832104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上海科技大学21日通报，国家重大科技基础设施硬X射线自由电子激光装置（SHINE）用4吉电子伏特连续波超导加速器驱动18台波荡器，实现首次出光，目标2027年底投用。建成后电子能量将达8 GeV，脉冲短至飞秒、重复频率最高1兆赫兹。全球同类高重频硬X射线装置仅此与美国LCLS-II-HE。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663440"/>
            <a:ext cx="832104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77316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047488"/>
            <a:ext cx="83210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把「分子电影」从同步辐射静态照片推进到飞秒动态，是上海光子科学集群可核验的关键节点。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08　航天 · 日照海射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西光肆号01星入轨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来源：新华社  ·  news.cn  ·  21日 12:05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21日11时39分，太原卫星发射中心在山东日照附近海域发射谷神星一号海射型遥八，西光肆号01星进入预定轨道，飞行试验成功。这是当日可核验的国内商业海射，也是近半月国内航天栏不再留白的一条。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把商业固体海射从「窗口预告」写成入轨结果。载荷细节以新华社通稿为准，不采聚合站扩写。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09　智能体 · 柏林GTC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OpenShell写成机架级隔离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来源：NVIDIA Newsroom  ·  nvidianews.nvidia.com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英伟达在柏林GTC发布OpenShell参考架构：开源安全运行时、Vera CPU承载智能体、Vera Rubin做推理，BlueField-4上的Sentry在硅级毫秒隔离越界行为。称智能体吞吐每兆瓦提高30倍，Anthropic、OpenAI、谷歌云等参与。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把智能体安全从软件策略写成可采购的机架级隔离，是GTC柏林的主轴，不同于9月28日的OASP。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　云 · Model Garden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OpenAI进谷歌云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来源：OpenAI / Google Cloud  ·  21日 12:00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OpenAI与谷歌云宣布，前沿模型与Codex将进入Model Garden，企业可用谷歌云承诺消费购买；模型亦将进入Antigravity与Gemini Agent。通用可用性计划数周内开放。微软仍是OpenAI主要云合作方。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谷歌云自称成为唯一同时提供三家闭源前沿模型的超大规模云，模型分发不再绑在一家云上。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749808"/>
            <a:ext cx="566928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914400"/>
            <a:ext cx="5157216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11　云 · A5X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207008"/>
            <a:ext cx="5157216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Rubin写成可下单实例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5157216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来源：NVIDIA Blog / Google Cloud  ·  21日 10:45 UTC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5157216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谷歌云与英伟达宣布，基于Vera Rubin NVL72的A5X实例将于下月正式商用，并计划扩展至欧洲。A5X结合ConnectX-9、Virgo网络与第四代液冷；谷歌云拟在多地部署多达96万颗Rubin GPU。伦敦Ineffable Intelligence为首家用户。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773168"/>
            <a:ext cx="5157216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82896"/>
            <a:ext cx="5157216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02352"/>
            <a:ext cx="5157216" cy="1143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把Rubin从12日OCP图纸写成可下单的云实例，并给出接近百万卡的扩容数字。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11277295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868680"/>
            <a:ext cx="201168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科学 · 西湖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868680"/>
            <a:ext cx="850392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Nature · 21日发表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115568"/>
            <a:ext cx="850392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用一句话设计蛋白质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91640"/>
            <a:ext cx="850392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《自然》21日发表西湖大学原发杰等的Pinal：160亿参数模型，用自然语言描述直接设计蛋白质，训练数据含17亿对合成标注。四个任务均实验观察到预期功能；设计的H蛋白使二氧化碳固定路径产物提高1.7倍。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71800"/>
            <a:ext cx="850392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为何重要　把蛋白质设计的入口从几何约束改写成自然语言，且未经多轮实验优化即做出有催化活性的酶。预印本更早，本日是同行评议首发。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33087"/>
            <a:ext cx="11277295" cy="235915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8"/>
            <a:ext cx="1097280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439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公报全文、达曼口径与传闻不立项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10972800" cy="1417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联合公报中文全文22日01:12见报，折入22日刊。达曼机场伤亡美联社19:51 UTC见报，折沪时入22日。DeepSeek–昇腾为The Information传闻，20日已排除。Coral NPU / SR200与工信部2592EFLOPS为20日稿。勿重刊上合总理会、抵圣彼得堡、新质生产力《意见》、OCP Rubin机架、TorchTPU、RTX Spark、Willow。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第030期  ·  2026年10月21日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640080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713232"/>
            <a:ext cx="393192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第030期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87552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42415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圣彼得堡写公报，双办写十七条，张江写出光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12471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Calibri"/>
              </a:rPr>
              <a:t>李强与米舒斯京签署中俄总理第三十一次定期会晤联合公报，下午会见普京。双办把科技创新和产业创新深度融合写成十七条。毛宁预告雄安治理论坛，并对日稀土管制说死安全逻辑。阿拉格齐称霍尔木兹须美方接受条件才重开。SHINE首次出光。谷神星一号海射遥八入轨。OpenShell、OpenAI进谷歌云与Pinal同日见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64992"/>
            <a:ext cx="5532120" cy="2084831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3364992"/>
            <a:ext cx="5532120" cy="2084831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56432"/>
            <a:ext cx="51206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512064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科技六条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51206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总理会晤写成联合公报　2. 预祝五中全会，点名APEC　3. 科产融合写成十七条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4. 管制旨在制止再军事化　5. 赴陆仍增，贸易未脱钩　6. 重开须美方接受条件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30752"/>
            <a:ext cx="51206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硬X射线装置首次出光　2. 西光肆号01星入轨　3. OpenShell写成机架级隔离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4. OpenAI进谷歌云　5. Rubin写成可下单实例　6. 用一句话设计蛋白质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9612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2026-10-21 00:00 至 2026-10-22 00:00。交叉来源：新华社/中国政府网/外交部/国台办、阿纳多卢、The National/CBS、NVIDIA/OpenAI/Google Cloud、《自然》。排除20日抵达与上合稿、22日公报全文，以及The Information芯片传闻。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每日时政科技简报 · 第030期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