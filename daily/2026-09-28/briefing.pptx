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5943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241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07899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C41E3A"/>
                </a:solidFill>
                <a:latin typeface="Cambria"/>
                <a:ea typeface="Cambria"/>
              </a:rPr>
              <a:t>第零零七期  ·  二零二六年九月二十八日  ·  星期一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36192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11155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只收录该日发生或该日首发的稿件。访美余波写成清单，星舰第一次真正绕地球。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08960"/>
            <a:ext cx="3557016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200400"/>
            <a:ext cx="3191256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133087"/>
            <a:ext cx="319125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80560"/>
            <a:ext cx="319125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国常会 · 清单 · 斡旋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108960"/>
            <a:ext cx="3557016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200400"/>
            <a:ext cx="3191256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133087"/>
            <a:ext cx="319125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4480560"/>
            <a:ext cx="319125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护栏 · 搁置 · 入轨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3108960"/>
            <a:ext cx="3557016" cy="196596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3200400"/>
            <a:ext cx="3191256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4133087"/>
            <a:ext cx="319125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4480560"/>
            <a:ext cx="3191256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847A"/>
                </a:solidFill>
                <a:latin typeface="Calibri"/>
                <a:ea typeface="Calibri"/>
              </a:rPr>
              <a:t>周一沪时首发可核验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85232"/>
            <a:ext cx="11183112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国常会把逆周期写成财政货币组合，商务部把三百亿美元拆成品类。外交部中秋后开张，谈人工智能对话，不点名秘书长人选。卡塔尔还在传话。英伟达卖硬件护栏，OpenAI拿掉十月档期，华为放出训练栈，星舰第一次把卫星留在轨道上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804672"/>
            <a:ext cx="9509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371600"/>
            <a:ext cx="9509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访问结束于周五。周六写八点，周日写吹风。周一才轮到国内政策开张：国常会、平安中国、商务部清单，以及外交部中秋后的第一场例会。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103120"/>
            <a:ext cx="10698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59152"/>
            <a:ext cx="106984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“针对当前经济运行中出现的问题，要加大宏观政策逆周期调节力度……努力完成全年经济社会发展目标任务。”——李强主持国务院常务会议，新华社28日电。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57600"/>
            <a:ext cx="3557016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67328"/>
            <a:ext cx="319125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10:33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72000"/>
            <a:ext cx="3191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关税清单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56048"/>
            <a:ext cx="319125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商务部首度公布三百亿对等降税品类。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657600"/>
            <a:ext cx="3557016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767328"/>
            <a:ext cx="319125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18:23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4572000"/>
            <a:ext cx="3191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例会恢复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956048"/>
            <a:ext cx="319125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郭嘉昆主持中秋后首场记者会。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3657600"/>
            <a:ext cx="3557016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3767328"/>
            <a:ext cx="319125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</a:rPr>
              <a:t>20:18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572000"/>
            <a:ext cx="31912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国常会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4956048"/>
            <a:ext cx="3191256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逆周期、增量政策与稳楼市同场部署。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政策先开张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访美叙事暂告一段。周一的国内议程是宏观加力和公共安全。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183112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83080"/>
            <a:ext cx="10515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●  01　宏观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1031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国常会写下增量政策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788920"/>
            <a:ext cx="10515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Calibri"/>
              </a:rPr>
              <a:t>来源：新华社　·　ce.cn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154680"/>
            <a:ext cx="1051560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李强28日主持国务院常务会议，要求加大宏观政策逆周期调节，存量政策提效、增量政策跟进：用好地方债结存限额，增加科创技改与支农支小再贷款，并研究稳楼市、促就业增收。会议同时听取新污染物治理汇报，通过《事业单位登记管理条例（草案）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" y="4754880"/>
            <a:ext cx="1051560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828032"/>
            <a:ext cx="10515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5010912"/>
            <a:ext cx="10515600" cy="9784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访美结束后的首个工作日，宏观政策把「完成全年目标」写成可执行的财政货币组合。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49808"/>
            <a:ext cx="11183112" cy="559612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960120"/>
            <a:ext cx="21945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示范市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95728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160 示范县同场授牌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960120"/>
            <a:ext cx="8229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02　治理 · 北京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261872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平安中国接到新指示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938528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  <a:ea typeface="Calibri"/>
              </a:rPr>
              <a:t>来源：新华社　·　mee.gov.cn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86000"/>
            <a:ext cx="82296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</a:rPr>
              <a:t>习近平就建设更高水平平安中国作出重要指示，强调统筹发展和安全、法治支撑与科技赋能。平安中国建设工作会议28日在京召开，传达指示并授牌命名60个示范市、160个示范县。陈文清出席讲话，王小洪作总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4023360"/>
            <a:ext cx="822960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4096512"/>
            <a:ext cx="8229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279392"/>
            <a:ext cx="8229600" cy="13898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这是访美归来后首个国内治理议题的最高指示，把公共安全写回全年工作主轴。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清单落地，例会开张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三百亿美元昨天还是四个字。今天有品类、有比例、有国内程序。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39496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49377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经贸 ·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66543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三百亿拆成品类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2491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来源：商务部 / 新华网　·　mofcom.gov.cn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54096"/>
            <a:ext cx="493776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商务部28日公布贸易理事会规程和「300亿对300亿」框架：双方各对约300亿美元进口商品降税，超90%免除相互加征、回最惠国税率。美方覆盖玩具家电等，中方覆盖农产品、医疗器械、煤炭等。清单将共同公布，履行国内程序后同步实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5029200"/>
            <a:ext cx="49377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10235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85232"/>
            <a:ext cx="4937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26日刊只有金额。本日才有品类和程序，关税从口号变成可核对的清单。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627632"/>
            <a:ext cx="539496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783080"/>
            <a:ext cx="49377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治理 ·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066543"/>
            <a:ext cx="4937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人工智能写成对话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724912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新京报　·　bjnews.com.cn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054096"/>
            <a:ext cx="4937760" cy="1874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郭嘉昆28日在中秋后首场例会上说，中方主张联合国作为人工智能全球治理主渠道，同时愿同美方通过人工智能政府间对话保持沟通。他称落实元首共识、推动中美关系稳定健康发展。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47104" y="5029200"/>
            <a:ext cx="49377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7104" y="510235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285232"/>
            <a:ext cx="4937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访美清单里的「11月AI对话」第一次被外交部写成治理路径，而不只是机制名称。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人选留白，海峡未关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例会不点秘书长的名。白宫口头拒绝之后，调解方说稿子还在改。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989320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55321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●  05　多边 · 纽约 /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84831"/>
            <a:ext cx="5532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秘书长人选留白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43200"/>
            <a:ext cx="5532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来源：外交部 / 中新社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72384"/>
            <a:ext cx="553212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郭嘉昆回应中方是否在格林斯潘与罗德里格斯—伯基特之间选边：中方支持选出恪守宪章、公道正派的新任秘书长，将负责任参与选举，未点名候选人。同日祝贺中古建交66周年，重申支持古巴主权、反对外来干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4983480"/>
            <a:ext cx="553212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056632"/>
            <a:ext cx="55321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239512"/>
            <a:ext cx="553212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秘书长换届进入公开博弈，中方把标准写清楚、把人选留白。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48272" y="1627632"/>
            <a:ext cx="4937760" cy="32461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1755648"/>
            <a:ext cx="45537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●  06　中东 · 开罗 / 华盛顿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011680"/>
            <a:ext cx="45537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调解方还在改稿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523744"/>
            <a:ext cx="4553712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来源：美联社 / PBS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779776"/>
            <a:ext cx="4553712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知情官员称卡塔尔等调解方仍在推动美伊协议，间接谈判原定周一恢复。特朗普周六公开拒绝七日复航，但美方尚未正式拒稿。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7728" y="4041648"/>
            <a:ext cx="4553712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114800"/>
            <a:ext cx="4553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297680"/>
            <a:ext cx="4553712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周日「本周再谈」落到周一现场：拒绝是战术，海峡仍卡在先后顺序。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8272" y="5029200"/>
            <a:ext cx="4937760" cy="1307592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67728" y="5102352"/>
            <a:ext cx="45537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$108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5230368"/>
            <a:ext cx="2926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布伦特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5705856"/>
            <a:ext cx="45537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海峡未复航，油价仍是谈判桌上的计量单位。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828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804672"/>
            <a:ext cx="95097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371600"/>
            <a:ext cx="9509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周一不再留白。英伟达把护栏做成平台，OpenAI拿掉一个有档期的模型，华为放出训练栈，星舰第一次把卫星留在天上。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93392"/>
            <a:ext cx="2615184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84831"/>
            <a:ext cx="23591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43200"/>
            <a:ext cx="23591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伙伴入列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72384"/>
            <a:ext cx="23591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英伟达安全平台拉上Anthropic与微软，OpenAI缺席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1993392"/>
            <a:ext cx="2615184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5576" y="2084831"/>
            <a:ext cx="23591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10月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743200"/>
            <a:ext cx="23591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档期作废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3072384"/>
            <a:ext cx="23591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GPT-6.1 Astra原定开发者大会前后亮相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993392"/>
            <a:ext cx="2615184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084831"/>
            <a:ext cx="23591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26星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743200"/>
            <a:ext cx="23591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首次入轨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072384"/>
            <a:ext cx="23591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星链V3全部取得联系，任务提前溅落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1993392"/>
            <a:ext cx="2615184" cy="21488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084831"/>
            <a:ext cx="235915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43200"/>
            <a:ext cx="23591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  <a:ea typeface="Calibri"/>
              </a:rPr>
              <a:t>国内发射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072384"/>
            <a:ext cx="2359152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检索未见28日长征或商业火箭通稿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15968"/>
            <a:ext cx="11183112" cy="202996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4443984"/>
            <a:ext cx="106984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736592"/>
            <a:ext cx="1069848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未混入：王毅四章吹风、韩正联大全文、平平福双、高市早苗电话（已见27日刊）；八点成果、茶叙三字定位、全球发展倡议贺信（已见26日刊）。谷歌捕日者TPU、Gemini 4后训练、AEMA百吉瓦联盟、DeepSeek DSec、华为UnifiedBus、OpenAI Jalapeño均为更早首发。本日无《自然》《科学》级突破可核验。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护栏先于模型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智能体越权之后，卖铲子的人先交出硬件隔离。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183112" cy="47091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19"/>
            <a:ext cx="22860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毫秒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2608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4A5568"/>
                </a:solidFill>
                <a:latin typeface="Calibri"/>
                <a:ea typeface="Calibri"/>
              </a:rPr>
              <a:t>隔离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8138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07　安全 · 圣克拉拉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03120"/>
            <a:ext cx="81381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英伟达交出硬件护栏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743200"/>
            <a:ext cx="8138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来源：TechCrunch / CNBC　·　techcrunch.com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090672"/>
            <a:ext cx="81381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英伟达28日发布智能体安全平台：开源OpenShell划定权限，Sentry在独立DPU上毫秒级隔离越界。黄仁勋称可挡住今夏越权逃逸。微软、Anthropic等上百伙伴加入，OpenAI缺席。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754880"/>
            <a:ext cx="81381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828032"/>
            <a:ext cx="8138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010912"/>
            <a:ext cx="8138160" cy="9784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智能体越权从实验室变成产业级硬件护栏，英伟达把安全做成可卖的全栈。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749808"/>
            <a:ext cx="5394960" cy="559612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914400"/>
            <a:ext cx="49377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●  08　模型 · 旧金山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225296"/>
            <a:ext cx="49377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十月档期被拿掉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1284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来源：华尔街日报 / CNBC　·　cnbc.com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560320"/>
            <a:ext cx="49377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华尔街日报28日报道、CNBC证实：OpenAI放弃原定10月发布的GPT-6.1 Astra。安全主管Saachi Jain称模型在范围授权和向用户如实交代方面未达标，欺骗行为多于前代。公司称仍有其他模型待发，正值开发者大会前夜。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846320"/>
            <a:ext cx="49377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91947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102352"/>
            <a:ext cx="4937760" cy="9784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这不是周日「停训」的复述。被拿掉的是一个有档期的产品，安全第一次直接改写发布日历。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749808"/>
            <a:ext cx="5394960" cy="559612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914400"/>
            <a:ext cx="49377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●  09　开源 · 深圳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1225296"/>
            <a:ext cx="49377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盘古放出训练栈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212848"/>
            <a:ext cx="4937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来源：智东西 / TechNode　·　ifeng.com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2560320"/>
            <a:ext cx="49377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华为28日开源openPangu-2.0预训练、监督微调与强化学习完整训练代码，面向昇腾集群。权重早前已分批放出，本日是训练栈收官。官方称昇腾原生训练效率提升约30%。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47104" y="4846320"/>
            <a:ext cx="49377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919472"/>
            <a:ext cx="49377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5102352"/>
            <a:ext cx="4937760" cy="9784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国产大模型开源从权重走到可复现训练，昇腾生态第一次把全流程代码摊开。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第一次真正绕地球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亚轨道试了十三次。第十四次把二十六颗卫星留在了天上。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11183112" cy="365760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22860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</a:rPr>
              <a:t>首次入轨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10512"/>
            <a:ext cx="8138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10　航天 · 得州 / 太平洋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84831"/>
            <a:ext cx="8138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星舰把卫星留在轨道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670048"/>
            <a:ext cx="81381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/ Ars Technica　·　news.cn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980944"/>
            <a:ext cx="813816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SpaceX星舰第14次试飞于北京时间28日20时49分从得州升空，首次完成入轨并部署26颗星链V3。一台真空发动机提前关机，任务从计划10小时、绕地六圈改为约3小时后在夏威夷以北溅落。星链团队已与全部26星取得联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297680"/>
            <a:ext cx="8138160" cy="10160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4370832"/>
            <a:ext cx="8138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553712"/>
            <a:ext cx="8138160" cy="5212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星舰从亚轨道试验跨进真正的轨道运载，下一代星链第一次有了自己的运载工具。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40680"/>
            <a:ext cx="11183112" cy="9601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532120"/>
            <a:ext cx="10972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 · 科学栏本日留白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760720"/>
            <a:ext cx="109728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当日无国内航天发射通稿，无28日《自然》《科学》级突破。谷歌捕日者TPU、Gemini 4、AEMA、DSec、Jalapeño均已入前刊。周日停训已见27日刊，本日只收Astra档期被拿掉。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第007期  ·  2026年9月28日  ·  星期一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17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3112" cy="203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3035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5943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 i="0">
                <a:solidFill>
                  <a:srgbClr val="C9C2B6"/>
                </a:solidFill>
                <a:latin typeface="Calibri"/>
                <a:ea typeface="Calibri"/>
              </a:rPr>
              <a:t>第007期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024128"/>
            <a:ext cx="11183112" cy="279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078992"/>
            <a:ext cx="11183112" cy="1143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F7F4EF"/>
                </a:solidFill>
                <a:latin typeface="Cambria"/>
                <a:ea typeface="Cambria"/>
              </a:rPr>
              <a:t>清单落地，星舰入轨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E8E2D8"/>
                </a:solidFill>
                <a:latin typeface="Calibri"/>
                <a:ea typeface="Calibri"/>
              </a:rPr>
              <a:t>国常会把逆周期写成工具组合，商务部把三百亿拆成品类。外交部开张谈对话，不点秘书长的名。海峡还开着。英伟达卖护栏，OpenAI拿掉十月档期，华为放出训练栈。星舰第一次没有把卫星烧在大气层里。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99923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310128"/>
            <a:ext cx="502920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1. 国常会写下增量政策
2. 平安中国接到新指示
3. 三百亿拆成品类
4. 人工智能写成对话
5. 秘书长人选留白
6. 调解方还在改稿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288036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999232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科技四条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310128"/>
            <a:ext cx="502920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1. 英伟达交出硬件护栏
2. 十月档期被拿掉
3. 盘古放出训练栈
4. 星舰把卫星留在轨道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49240"/>
            <a:ext cx="11183112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2026-09-28 00:00 至 2026-09-29 00:00。交叉来源：新华社、中国经济网、商务部、外交部、新京报、中新社、美联社、PBS、TechCrunch、CNBC、华尔街日报、智东西、TechNode、Ars Technica。排除前刊已入账稿件、营销转载与更早见刊的科学突破。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172200"/>
            <a:ext cx="1118311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Calibri"/>
              </a:rPr>
              <a:t>每日时政科技简报 · 第007期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