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28016" cy="12801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02336"/>
            <a:ext cx="5852160" cy="237744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THE MORNING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402336"/>
            <a:ext cx="4919472" cy="237744"/>
          </a:xfrm>
          <a:prstGeom prst="rect">
            <a:avLst/>
          </a:prstGeom>
          <a:noFill/>
        </p:spPr>
        <p:txBody anchor="t"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ASIA / SHANGHAI    昨日新闻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118585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822960"/>
            <a:ext cx="11185855" cy="1143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11155680" cy="310896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第零壹肆期  ·  二零二六年十月五日  ·  星期一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35024"/>
            <a:ext cx="11155680" cy="105156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7F4EF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50592"/>
            <a:ext cx="11155680" cy="65836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只收录该日发生或该日首发的稿件。假期里战区开口，大宗商品创四年半新高，东京对华重新定调，霍尔木兹周一再响。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55264"/>
            <a:ext cx="3529584" cy="1874519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 w="12700">
            <a:solidFill>
              <a:srgbClr val="24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346704"/>
            <a:ext cx="3163824" cy="77724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114800"/>
            <a:ext cx="3163824" cy="329184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时政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462272"/>
            <a:ext cx="3163824" cy="43891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黄岩岛 · 东京 · 霍尔木兹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3255264"/>
            <a:ext cx="3529584" cy="1874519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 w="12700">
            <a:solidFill>
              <a:srgbClr val="24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3346704"/>
            <a:ext cx="3163824" cy="77724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4114800"/>
            <a:ext cx="3163824" cy="329184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科技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4462272"/>
            <a:ext cx="3163824" cy="43891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光子 · 传感器 · 海洋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0456" y="3255264"/>
            <a:ext cx="3529584" cy="1874519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 w="12700">
            <a:solidFill>
              <a:srgbClr val="24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4" y="3346704"/>
            <a:ext cx="3163824" cy="77724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4114800"/>
            <a:ext cx="3163824" cy="329184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合计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1624" y="4462272"/>
            <a:ext cx="3163824" cy="43891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周一沪时首发可核验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321808"/>
            <a:ext cx="11155680" cy="105156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今日主线：南部战区就黄岩岛领空正告菲方。中物联把九月大宗商品写成四年半新高。高市早苗在国会称中国为「重要邻国」并划安全红线。霍尔木兹再有油轮机舱起火，伊美谈判口径撕裂。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56032"/>
            <a:ext cx="4937760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第014期  ·  2026年10月5日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59152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30352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2011680" cy="82296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841248"/>
            <a:ext cx="9509760" cy="56692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时政开篇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408176"/>
            <a:ext cx="9509760" cy="38404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外交部仍休会至八日。周一开口的是战区、交通部和中物联；东京则把对华关系写进所信表明。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11185855" cy="1115568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993392"/>
            <a:ext cx="10607040" cy="237744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刊头摘句 · 南部战区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49424"/>
            <a:ext cx="10607040" cy="64008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「我们正告菲方立即停止侵权挑衅。」——南部战区新闻发言人翟士臣海军大校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18688"/>
            <a:ext cx="3529584" cy="299923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346704"/>
            <a:ext cx="3163824" cy="71323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C-208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078224"/>
            <a:ext cx="3163824" cy="329184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黄岩岛领空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480560"/>
            <a:ext cx="3163824" cy="141732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3日菲机侵入，5日战区正式正告并通报已警告驱离。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3218688"/>
            <a:ext cx="3529584" cy="299923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6" y="3346704"/>
            <a:ext cx="3163824" cy="71323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137.6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4078224"/>
            <a:ext cx="3163824" cy="329184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大宗指数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4480560"/>
            <a:ext cx="3163824" cy="141732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9月CBPI环比涨4.1%，创2022年3月以来新高。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0456" y="3218688"/>
            <a:ext cx="3529584" cy="299923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1624" y="3346704"/>
            <a:ext cx="3163824" cy="71323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12.44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4078224"/>
            <a:ext cx="3163824" cy="329184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亿人次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4480560"/>
            <a:ext cx="3163824" cy="141732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国庆前四日跨区域流动与去年同期基本持平。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56032"/>
            <a:ext cx="4937760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第014期  ·  2026年10月5日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59152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30352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786384"/>
            <a:ext cx="11185855" cy="565099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960120"/>
            <a:ext cx="2194560" cy="82296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783080"/>
            <a:ext cx="2194560" cy="64008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防务 · 黄岩岛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1078992"/>
            <a:ext cx="100584" cy="10058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005840"/>
            <a:ext cx="8138160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南部战区 · 5日谈话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1298448"/>
            <a:ext cx="8321040" cy="123444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正告菲方停止黄岩岛侵权挑衅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578608"/>
            <a:ext cx="8321040" cy="329184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来源：南部战区 / 新华网 / 国防部   news.cn  ·  mod.gov.cn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962656"/>
            <a:ext cx="8321040" cy="169164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南部战区新闻发言人翟士臣海军大校5日表示，3日菲律宾1架C-208型机未经批准非法侵入黄岩岛领空，战区组织海空兵力跟踪监视、警告驱离。发言人强调黄岩岛是中国固有领土，菲方行为严重侵犯主权，极易引发海空意外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4773168"/>
            <a:ext cx="8321040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4846320"/>
            <a:ext cx="8321040" cy="20116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5029200"/>
            <a:ext cx="8321040" cy="106984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这是国庆假期期间南部战区就黄岩岛空域发布的正式正告，显示中方对侵权挑衅的即时反制并未因节假日停摆。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56032"/>
            <a:ext cx="4937760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第014期  ·  2026年10月5日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59152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30352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假期里的两本新账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52144"/>
            <a:ext cx="11155680" cy="329184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一本是九月价格，一本是假期人流。4日已入刊的商圈客流与以旧换新数字，本日不重写。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9344"/>
            <a:ext cx="5422392" cy="482803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6" y="1792224"/>
            <a:ext cx="100584" cy="10058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737360"/>
            <a:ext cx="4782312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02　宏观 ·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048256"/>
            <a:ext cx="4983480" cy="114300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大宗商品指数创四年半新高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3218688"/>
            <a:ext cx="4983480" cy="29260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来源：中物联 / 中新社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547872"/>
            <a:ext cx="4983480" cy="169164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中物联5日发布，9月中国大宗商品价格指数137.6点，环比涨4.1%、同比涨22.9%，创2022年3月以来新高。50种重点商品中38种上涨，甲醇、乙二醇、焦炭领涨；能源、化工指数分别涨14.8%、13.7%。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" y="5321808"/>
            <a:ext cx="4983480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5394960"/>
            <a:ext cx="4983480" cy="20116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5577840"/>
            <a:ext cx="4983480" cy="70408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指数同时反映旺季需求回暖和外部能源冲击，是判断四季度PPI与中下游利润空间的关键先行信号。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1609344"/>
            <a:ext cx="5422392" cy="482803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73952" y="1792224"/>
            <a:ext cx="100584" cy="10058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1737360"/>
            <a:ext cx="4782312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03　交通 · 北京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048256"/>
            <a:ext cx="4983480" cy="114300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国庆前四日流动12.44亿人次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218688"/>
            <a:ext cx="4983480" cy="29260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来源：交通运输部 / 新华社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547872"/>
            <a:ext cx="4983480" cy="169164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交通运输部5日通报，10月4日全社会跨区域人员流动量3.05亿人次，同比增长1.3%；假期前四日累计12.44亿人次，与去年同期基本持平。铁路货运微增，高速货车与快递揽投量因假期回落。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2" y="5321808"/>
            <a:ext cx="4983480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5394960"/>
            <a:ext cx="4983480" cy="20116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5577840"/>
            <a:ext cx="4983480" cy="70408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人流持平、货流分化，说明假期热度更多写在客运与出行，而不是货运扩张。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56032"/>
            <a:ext cx="4937760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第014期  ·  2026年10月5日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59152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30352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邻国定调，与海峡再响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52144"/>
            <a:ext cx="11155680" cy="329184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同一天拆成两栏：东京把对华关系写进国会，霍尔木兹把周末的袭击写成周一续篇。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91056"/>
            <a:ext cx="5422392" cy="484632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1719072"/>
            <a:ext cx="4983480" cy="237744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04　日本 · 东京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1993392"/>
            <a:ext cx="4983480" cy="105156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高市称中国为「重要邻国」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072384"/>
            <a:ext cx="4983480" cy="27432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来源：日本首相官邸 / 共同社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3383280"/>
            <a:ext cx="4983480" cy="178308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高市早苗5日在第222回国会发表所信表明演说，称中国是「重要邻国」，将全面推进战略互惠关系；同时就东海南海、日本周边军事活动、威压措施、邦人安全与人权问题「主张该主张的」，要求负责任行动。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" y="5285232"/>
            <a:ext cx="4983480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5358384"/>
            <a:ext cx="4983480" cy="20116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5541264"/>
            <a:ext cx="4983480" cy="70408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这是对华关系探底后日方首次在国会定调，为11月深圳APEC接触预留台阶，但安全议题未松口。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1591056"/>
            <a:ext cx="5422392" cy="484632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1719072"/>
            <a:ext cx="4983480" cy="237744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05　中东 · 霍尔木兹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1993392"/>
            <a:ext cx="4983480" cy="105156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周一再袭，伊美口径撕裂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072384"/>
            <a:ext cx="4983480" cy="27432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来源：UKMTO / Iran International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383280"/>
            <a:ext cx="4983480" cy="178308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UKMTO通报，5日16:37 UTC一艘油轮在霍尔木兹遭不明投射物击中，机舱起火。另有油轮被伊朗革命卫队喝令返航。CENTCOM称已改道第130艘商船。佩泽希基安称谈判「无意义」，特朗普仍称对直接谈判持开放态度。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3952" y="5285232"/>
            <a:ext cx="4983480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5358384"/>
            <a:ext cx="4983480" cy="20116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5541264"/>
            <a:ext cx="4983480" cy="70408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周末两袭之后的周一续袭，叠加伊美口头分裂，说明海峡风险未因外交试探降温。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56032"/>
            <a:ext cx="4937760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第014期  ·  2026年10月5日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59152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30352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768096"/>
            <a:ext cx="11185855" cy="416052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914400"/>
            <a:ext cx="2103120" cy="65836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11/5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572768"/>
            <a:ext cx="2103120" cy="50292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06　开放 · 上海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914400"/>
            <a:ext cx="8366760" cy="237744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进博会 · 倒计时一个月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188720"/>
            <a:ext cx="8366760" cy="86868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第九届进博会进入开幕倒计时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084831"/>
            <a:ext cx="8366760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来源：新华社   news.cn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395728"/>
            <a:ext cx="8366760" cy="141732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新华社5日详稿称，第九届中国国际进口博览会距11月5日至10日开幕整一个月。商务部负责人强调扩大优质进口、服务消费提振与进出口平衡。摩尔多瓦、罗马尼亚与联合国开发计划署将首次参展，加拿大第二次担任主宾国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913632"/>
            <a:ext cx="8366760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3986784"/>
            <a:ext cx="8366760" cy="20116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169664"/>
            <a:ext cx="8366760" cy="61264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在保护主义抬头背景下，这是「十五五」开局年中国以国家级进口展释放开放信号的一次正式预告。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065776"/>
            <a:ext cx="11185855" cy="13716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5157216"/>
            <a:ext cx="10698480" cy="237744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对照 · 不重写前刊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5413248"/>
            <a:ext cx="10698480" cy="86868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特朗普「easy/hard way」、加利巴夫七条件、UKMTO周末两艘油轮、阿里米宣布收复、默茨基辅军援、商务部假期半程78商圈账，均已见4日刊。本日只收战区正告、中物联指数、交通部流动账、高市国会演说，以及5日新的油轮警报与伊美新口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56032"/>
            <a:ext cx="4937760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第014期  ·  2026年10月5日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59152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30352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2011680" cy="82296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841248"/>
            <a:ext cx="9509760" cy="56692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科技开篇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408176"/>
            <a:ext cx="9509760" cy="38404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光子芯片学会在片上自己算梯度，RNA被写成可测序的条形码。发射栏仍留白。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2615184" cy="214884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121408"/>
            <a:ext cx="2359152" cy="56692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0.26%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706624"/>
            <a:ext cx="2359152" cy="29260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相对误差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3035808"/>
            <a:ext cx="2359152" cy="91440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INSPIRE训练矩阵的实验误差。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011680"/>
            <a:ext cx="2615184" cy="214884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5576" y="2121408"/>
            <a:ext cx="2359152" cy="56692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251×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2706624"/>
            <a:ext cx="2359152" cy="29260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模型压缩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3035808"/>
            <a:ext cx="2359152" cy="91440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光子元学习单次适配的压缩倍数。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35624" y="2011680"/>
            <a:ext cx="2615184" cy="214884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121408"/>
            <a:ext cx="2359152" cy="56692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146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2706624"/>
            <a:ext cx="2359152" cy="29260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帧 / 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3035808"/>
            <a:ext cx="2359152" cy="91440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OG05D线性模式最高输出。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1976" y="2011680"/>
            <a:ext cx="2615184" cy="214884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121408"/>
            <a:ext cx="2359152" cy="56692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211%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706624"/>
            <a:ext cx="2359152" cy="29260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磷储量降幅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035808"/>
            <a:ext cx="2359152" cy="91440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模式给出的本世纪末颗粒有机磷下限情景。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334256"/>
            <a:ext cx="11185855" cy="2084831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480560"/>
            <a:ext cx="2011680" cy="64008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4480560"/>
            <a:ext cx="8503920" cy="237744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清华 · 《自然·计算科学》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4736592"/>
            <a:ext cx="8503920" cy="50292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光子芯片原位训练方法INSPIRE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5266944"/>
            <a:ext cx="8503920" cy="96012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方路、黄如琪等提出片上原位物理梯度下降。合成时间反演全息术测量双向光场，训练矩阵相对误差0.26%；元学习实现251倍压缩与136倍加速。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56032"/>
            <a:ext cx="4937760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第014期  ·  2026年10月5日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59152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30352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786384"/>
            <a:ext cx="11185855" cy="565099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960120"/>
            <a:ext cx="2286000" cy="82296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783080"/>
            <a:ext cx="2286000" cy="73152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科学 · 北京 / 深圳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005840"/>
            <a:ext cx="8229600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清华 · Nature Computational 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298448"/>
            <a:ext cx="8229600" cy="109728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光子芯片原位训练方法INSPIRE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468880"/>
            <a:ext cx="8229600" cy="29260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来源：Nature Computational Science   nature.com/articles/s43588-026-01057-y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852928"/>
            <a:ext cx="8229600" cy="169164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清华大学方路、黄如琪等5日发表论文，提出片上原位物理梯度下降方法INSPIRE。该方法用合成时间反演全息术测量双向光场，在物理系统内直接计算梯度并更新参数，训练矩阵相对误差0.26%；元学习实验实现251倍模型压缩与136倍任务训练加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4681728"/>
            <a:ext cx="8229600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4754880"/>
            <a:ext cx="8229600" cy="20116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937760"/>
            <a:ext cx="8229600" cy="111556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光子计算长期卡在「仿真训练、实物失配」，原位训练若可泛化，将缩短光芯片从实验室到可学习系统的距离。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56032"/>
            <a:ext cx="4937760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第014期  ·  2026年10月5日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59152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30352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786384"/>
            <a:ext cx="5422392" cy="565099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" y="969264"/>
            <a:ext cx="100584" cy="10058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914400"/>
            <a:ext cx="4782312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08　生物 · 旧金山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243584"/>
            <a:ext cx="4983480" cy="123444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Detectrons把RNA写成DNA条码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523744"/>
            <a:ext cx="4983480" cy="29260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来源：Nature Biotechnology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871216"/>
            <a:ext cx="4983480" cy="201168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韩智勋与Seth Shipman 5日发表Detectrons：把可编程toehold开关与retron逆转录耦合，使活细胞内的RNA信号转成稳定DNA条形码，可用测序读出。团队用机器学习优化文库，并在混合培养中实现噬菌体感染的多重检测。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" y="5029200"/>
            <a:ext cx="4983480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5102352"/>
            <a:ext cx="4983480" cy="20116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5285232"/>
            <a:ext cx="4983480" cy="88696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把转瞬即逝的转录事件做成可测序档案，为噬菌体筛选和群落记录提供一条可扩展路径。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786384"/>
            <a:ext cx="5422392" cy="565099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73952" y="969264"/>
            <a:ext cx="100584" cy="10058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914400"/>
            <a:ext cx="4782312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09　硬件 · 圣克拉拉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1243584"/>
            <a:ext cx="4983480" cy="123444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豪威发布2.2微米全局快门HDR芯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523744"/>
            <a:ext cx="4983480" cy="29260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来源：Business Wire / OMNIVISION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871216"/>
            <a:ext cx="4983480" cy="201168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豪威5日宣布推出OG05D，称其为业界首款2.2微米、500万像素全局快门高动态范围CMOS传感器，面向工业机器视觉与人形机器人取数。线性模式最高146帧/秒，较上代快143%；支持单次曝光HDR，四季度量产。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3952" y="5029200"/>
            <a:ext cx="4983480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5102352"/>
            <a:ext cx="4983480" cy="20116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5285232"/>
            <a:ext cx="4983480" cy="88696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机器人训练依赖高质量视觉采集，像素缩小同时保住HDR，是端侧视觉硬件的一次规格卡位。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56032"/>
            <a:ext cx="4937760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第014期  ·  2026年10月5日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59152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30352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786384"/>
            <a:ext cx="5422392" cy="565099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" y="969264"/>
            <a:ext cx="100584" cy="10058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914400"/>
            <a:ext cx="4782312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10　芯片 · 首尔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243584"/>
            <a:ext cx="4983480" cy="123444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SEMIFIVE承接机器人AI芯片开发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523744"/>
            <a:ext cx="4983480" cy="29260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来源：SEMIFIVE / Design &amp; Reuse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871216"/>
            <a:ext cx="4983480" cy="201168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韩国定制芯片公司SEMIFIVE 5日宣布，与Mobilint签署交钥匙合同，在「K-On-Device AI半导体」项目下开发机器人AI芯片，集成LPDDR6、PCIe Gen6与UCIe-S，面向农业机器人等弱网户外场景的本地推理。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" y="5029200"/>
            <a:ext cx="4983480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5102352"/>
            <a:ext cx="4983480" cy="20116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5285232"/>
            <a:ext cx="4983480" cy="88696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这是韩国把端侧AI芯片从消费电子推向物理AI的一次政府资助落地，也补上当日全球产业芯片栏的可核验新单。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786384"/>
            <a:ext cx="5422392" cy="565099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73952" y="969264"/>
            <a:ext cx="100584" cy="10058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914400"/>
            <a:ext cx="4782312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11　海洋 · 青岛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1243584"/>
            <a:ext cx="4983480" cy="123444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酸化改写浮游植物磷代谢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523744"/>
            <a:ext cx="4983480" cy="29260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来源：Nature Geoscience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871216"/>
            <a:ext cx="4983480" cy="201168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叶乃好、徐东、陈国福等5日发表超千代硅藻进化实验：高二氧化碳可遗传地提高生长与固碳，但酸化导致的颗粒有机磷下降在磷限制下可逆，主因是细胞磷库耗竭与非磷膜脂富集。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3952" y="5029200"/>
            <a:ext cx="4983480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5102352"/>
            <a:ext cx="4983480" cy="20116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5285232"/>
            <a:ext cx="4983480" cy="88696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把「酸化加磷限制」写成可遗传与可驯化两层机制，并给出全球磷循环失衡的量化区间。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56032"/>
            <a:ext cx="4937760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第014期  ·  2026年10月5日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59152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30352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11155680" cy="29260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信息不足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05840"/>
            <a:ext cx="11155680" cy="56692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发射栏留白，大模型无首发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3529584" cy="19659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83664"/>
            <a:ext cx="3163824" cy="329184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发射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9424"/>
            <a:ext cx="3163824" cy="128016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当日无国内航天发射通稿。长十二、Nuri、SDA传输层均为后续窗口预告，不立项。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737360"/>
            <a:ext cx="3529584" cy="19659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883664"/>
            <a:ext cx="3163824" cy="329184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外交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249424"/>
            <a:ext cx="3163824" cy="128016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外交部仍休会至10月8日，无例行记者会。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0456" y="1737360"/>
            <a:ext cx="3529584" cy="19659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6" y="1883664"/>
            <a:ext cx="3163824" cy="329184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已入前刊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2249424"/>
            <a:ext cx="3163824" cy="128016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捕日者、Astra Ultrafast、Crew-13、NROL-97、Mate 90 τ芯片均已见1–4日刊。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959352"/>
            <a:ext cx="3529584" cy="19659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05656"/>
            <a:ext cx="3163824" cy="329184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更早首发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71416"/>
            <a:ext cx="3163824" cy="128016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Jalapeño为6月24日；GPT-Synopsys为9月30日；AMD XQRVC1902为10月1日。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1688" y="3959352"/>
            <a:ext cx="3529584" cy="19659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4105656"/>
            <a:ext cx="3163824" cy="329184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转载不立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4471416"/>
            <a:ext cx="3163824" cy="128016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麒麟9050 Pro裸片详解源出9月30日Kurnal Insights；More Than Moore访谈不重写。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0456" y="3959352"/>
            <a:ext cx="3529584" cy="19659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03336" y="4105656"/>
            <a:ext cx="3163824" cy="329184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消费账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3336" y="4471416"/>
            <a:ext cx="3163824" cy="128016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商务部假期半程78商圈与196.3亿元以旧换新已入4日刊。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4EF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56032"/>
            <a:ext cx="4937760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第014期  ·  2026年10月5日  ·  星期一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59152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30352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5852160" cy="219456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THE EVENING LEDGER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731520"/>
            <a:ext cx="4005072" cy="219456"/>
          </a:xfrm>
          <a:prstGeom prst="rect">
            <a:avLst/>
          </a:prstGeom>
          <a:noFill/>
        </p:spPr>
        <p:txBody anchor="t"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第014期 · 收束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05840"/>
            <a:ext cx="11185855" cy="254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078992"/>
            <a:ext cx="11185855" cy="1016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43584"/>
            <a:ext cx="11155680" cy="96012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7F4EF"/>
                </a:solidFill>
                <a:latin typeface="Cambria"/>
                <a:ea typeface="STSong"/>
                <a:cs typeface="Cambria"/>
              </a:rPr>
              <a:t>战区正告菲方，东京称邻国，海峡再起火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31136"/>
            <a:ext cx="11155680" cy="105156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2D8"/>
                </a:solidFill>
                <a:latin typeface="Calibri"/>
                <a:ea typeface="Microsoft YaHei"/>
                <a:cs typeface="Calibri"/>
              </a:rPr>
              <a:t>南部战区把3日的黄岩岛侵入写成5日的正式正告。中物联交出四年半新高的大宗商品账。高市早苗把中国写成「重要邻国」，霍尔木兹周一再有油轮机舱起火。清华把梯度算回光子芯片上，青岛把酸化写成磷循环的数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01568"/>
            <a:ext cx="5422392" cy="2331720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 w="12700">
            <a:solidFill>
              <a:srgbClr val="24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493008"/>
            <a:ext cx="5056632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时政六条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785615"/>
            <a:ext cx="5056632" cy="178308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1  正告菲方停止黄岩岛侵权挑衅
2  大宗商品指数创四年半新高
3  国庆前四日流动12.44亿人次
4  高市称中国为「重要邻国」
5  周一再袭，伊美口径撕裂
6  第九届进博会进入开幕倒计时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3401568"/>
            <a:ext cx="5422392" cy="2331720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 w="12700">
            <a:solidFill>
              <a:srgbClr val="24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3493008"/>
            <a:ext cx="5056632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科技五条 · 缺口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785615"/>
            <a:ext cx="5056632" cy="1783080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1  光子芯片原位训练方法INSPIRE
2  Detectrons把RNA写成DNA条码
3  豪威发布2.2微米全局快门HDR芯
4  SEMIFIVE承接机器人AI芯片开发
5  酸化改写浮游植物磷代谢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833872"/>
            <a:ext cx="11155680" cy="475488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日期窗口：Asia/Shanghai 2026-10-05 00:00 至 2026-10-06 00:00。交叉来源：南部战区/新华网、中物联、交通运输部、首相官邸、UKMTO、《自然》三刊。排除前刊已入账与越过沪时日界的转载。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327648"/>
            <a:ext cx="11155680" cy="256032"/>
          </a:xfrm>
          <a:prstGeom prst="rect">
            <a:avLst/>
          </a:prstGeom>
          <a:noFill/>
        </p:spPr>
        <p:txBody 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每日时政科技简报 · 第014期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