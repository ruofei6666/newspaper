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713232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078992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43584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第零叁陆期 · 二零二六年十月二十七日 · 星期二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72768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7004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只收录该日发生或该日首发的稿件。北京把贺电写成连任。合肥把国事访问写成试驾。特拉维夫把出口民调写成胶着。圣克拉拉把三十亿写成入股。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93008"/>
            <a:ext cx="3594506" cy="1572768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322874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370832"/>
            <a:ext cx="322874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681728"/>
            <a:ext cx="322874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  <a:cs typeface="Calibri"/>
              </a:rPr>
              <a:t>贺电 · 特使 · 组阁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8594" y="3493008"/>
            <a:ext cx="3594506" cy="1572768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9762" y="3584448"/>
            <a:ext cx="322874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9762" y="4370832"/>
            <a:ext cx="322874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9762" y="4681728"/>
            <a:ext cx="322874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  <a:cs typeface="Calibri"/>
              </a:rPr>
              <a:t>Muse · Terra · OCR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4268" y="3493008"/>
            <a:ext cx="3594506" cy="1572768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5436" y="3584448"/>
            <a:ext cx="322874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5436" y="4370832"/>
            <a:ext cx="322874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5436" y="4681728"/>
            <a:ext cx="322874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  <a:cs typeface="Calibri"/>
              </a:rPr>
              <a:t>周二沪时首发可核验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30368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今日主线：习近平致电祝贺卢拉连任，并向福田康夫遗属致唁电。外交部宣布派特使赴中东劝和，同日伊海军称霍尔木兹油轮触雷。施泰因迈尔抵合肥开启访华。规上工业利润前三季度增15.5%。以色列大选出炉出口民调胶着。英伟达向Meta投资30亿美元。OpenAI发布GPT-6.1 Terra。百度开源Unlimited OCR 2。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"/>
            <a:ext cx="9326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贺电把中巴命运共同体写成新台阶。唁电把四个政治文件写成对日提醒。例会把特使写成劝和。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75104"/>
            <a:ext cx="11185855" cy="12344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066543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刊头摘句 · 习近平贺电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304288"/>
            <a:ext cx="10607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「两国关系的全球性、战略性、长远性更加突出，成为全球南方国家团结合作的典范。……愿同卢拉总统一道努力，引领中巴命运共同体建设不断迈上新台阶。」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3618890" cy="28346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325313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15.5%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87952"/>
            <a:ext cx="325313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工业利润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35424"/>
            <a:ext cx="325313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1–9月规上工业利润6.03万亿元，电子行业翻倍，高技术制造业增52.0%。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6402" y="3401568"/>
            <a:ext cx="3618890" cy="28346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9282" y="3529584"/>
            <a:ext cx="325313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61席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9282" y="4187952"/>
            <a:ext cx="325313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未过线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9282" y="4535424"/>
            <a:ext cx="325313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以色列出口民调：内塔尼亚胡与艾森科特阵营均约50–52席，皆未获多数。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9884" y="3401568"/>
            <a:ext cx="3618890" cy="28346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2764" y="3529584"/>
            <a:ext cx="325313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5日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2764" y="4187952"/>
            <a:ext cx="325313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访华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2764" y="4535424"/>
            <a:ext cx="325313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施泰因迈尔抵合肥，时隔近八年再访，北京将与习近平、李强、赵乐际会见。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713232"/>
            <a:ext cx="5446623" cy="56875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877824"/>
            <a:ext cx="498942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01　贺电 · 巴西利亚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170432"/>
            <a:ext cx="4989423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习近平致电祝贺卢拉连任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中国政府网　·　news.cn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88920"/>
            <a:ext cx="4989423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10月27日，习近平致电祝贺卢拉当选连任巴西总统，称中巴命运共同体全球性、战略性、长远性更加突出，愿引领建设迈上新台阶。韩正向连任副总统阿尔克明致贺电。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4709160"/>
            <a:ext cx="498942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764024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946904"/>
            <a:ext cx="498942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把26日开票结果写成元首贺电，中巴关系从选举夜转入可核验的政治承诺。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2151" y="713232"/>
            <a:ext cx="5446623" cy="56875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8183" y="877824"/>
            <a:ext cx="498942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02　唁电 · 东京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1170432"/>
            <a:ext cx="4989423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习近平向福田康夫遗属致唁电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183" y="2468880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中国政府网　·　gov.cn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2788920"/>
            <a:ext cx="4989423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习近平向福田康夫遗属致唁电，称其签署中日第四个政治文件、曾任博鳌亚洲论坛理事长，并希望日本当政者恪守四个政治文件、维护双边关系政治基础。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8183" y="4709160"/>
            <a:ext cx="498942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8183" y="4764024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8183" y="4946904"/>
            <a:ext cx="498942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把26日讣闻写成对现任日方的政治基础提醒，而不是单纯的悼词转述。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713232"/>
            <a:ext cx="5446623" cy="56875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877824"/>
            <a:ext cx="498942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03　例会 · 北京 / 霍尔木兹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170432"/>
            <a:ext cx="4989423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外交部将派特使赴中东劝和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来源：外交部 / 新华社　·　mfa.gov.cn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88920"/>
            <a:ext cx="4989423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郭嘉昆宣布中方将派特使赴中东海湾、红海和非洲之角劝和。同日伊海军称一艘关闭追踪的油轮在霍尔木兹东部触雷起火。例会并评东京审判80周年、交涉英边境扣查，望欧盟避免滥用贸易救济。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4709160"/>
            <a:ext cx="498942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764024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946904"/>
            <a:ext cx="498942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把劝和特使与当日触雷写进同一条海峡账，中方从口头关切转入可核验的出访安排。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2151" y="713232"/>
            <a:ext cx="5446623" cy="56875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8183" y="877824"/>
            <a:ext cx="498942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04　国事访问 · 合肥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1170432"/>
            <a:ext cx="4989423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施泰因迈尔抵合肥开启访华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183" y="2468880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德国总统府　·　news.cn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2788920"/>
            <a:ext cx="4989423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德国总统施泰因迈尔抵合肥，开始为期5天、时隔近8年的国事访问。当日参观李鸿章故居、骆岗公园，并到访大众中国科技公司，试驾搭载本土智能驾驶系统的新能源车。北京将与习近平、李强、赵乐际会见。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8183" y="4709160"/>
            <a:ext cx="498942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8183" y="4764024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8183" y="4946904"/>
            <a:ext cx="498942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把23日预告写成可核验的到访现场，中德关系先从安徽产业合作起笔。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713232"/>
            <a:ext cx="5446623" cy="4617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841248"/>
            <a:ext cx="4989423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05　大选 · 特拉维夫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78992"/>
            <a:ext cx="4989423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以色列出口民调未过61席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04288"/>
            <a:ext cx="498942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来源：美联社 / 路透　·　apnews.com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578608"/>
            <a:ext cx="4989423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以色列第26届议会选举结束。三大电视台出口民调显示，内塔尼亚胡阵营与艾森科特反对派均约50–52席，皆未过61席多数。艾森科特当晚宣称应获组阁优先权。最终结果预计11月4日前公布。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4187952"/>
            <a:ext cx="498942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242816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425696"/>
            <a:ext cx="498942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把中东战事背景下的以色列选举写成可对照的胶着，而不是胜负已定的口号。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2151" y="713232"/>
            <a:ext cx="5446623" cy="4617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8183" y="841248"/>
            <a:ext cx="4989423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06　统计 · 北京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1078992"/>
            <a:ext cx="4989423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规上工业利润前三季度增15.5%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183" y="2304288"/>
            <a:ext cx="498942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来源：国家统计局　·　stats.gov.cn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2578608"/>
            <a:ext cx="4989423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1–9月规上工业利润6.03万亿元、同比+15.5%，9月+14.4%。电子行业利润翻倍，高技术制造业+52.0%；汽车利润-22.8%，黑色金属-73.3%。营收106.21万亿元、+6.6%。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8183" y="4187952"/>
            <a:ext cx="498942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8183" y="4242816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8183" y="4425696"/>
            <a:ext cx="498942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把两位数利润增长写成可拆开的结构账：算力链拉动明显，汽车与黑色仍在拖后腿。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86400"/>
            <a:ext cx="11185855" cy="9601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577840"/>
            <a:ext cx="106984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对照 · 不重写前刊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797296"/>
            <a:ext cx="10698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二十届五中全会开幕、国务院令第849号、卢拉开票本身、外交部26日哀悼福田、风光装机破20亿千瓦，均为26日首发。奥列什基停火、治理论坛致信、信息化十五五、长八甲低轨28组不重写。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"/>
            <a:ext cx="9326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326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圣克拉拉把三十亿写成入股。旧金山把计算机操作写成半价。百度把任意页数写成开源权重。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29968"/>
            <a:ext cx="2686735" cy="4297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212848"/>
            <a:ext cx="2394127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30亿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999232"/>
            <a:ext cx="2394127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美元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456432"/>
            <a:ext cx="2394127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英伟达拟认购Meta股权发行，并扩大Muse系列模型与Vera Rubin部署。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5959" y="2029968"/>
            <a:ext cx="2686735" cy="4297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2263" y="2212848"/>
            <a:ext cx="2394127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2263" y="2999232"/>
            <a:ext cx="2394127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API降价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2263" y="3456432"/>
            <a:ext cx="2394127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GPT-6.1 Terra标准价较GPT-5.6 Terra与GPT-6.1 Sol低一半，任务速度快逾3倍。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8999" y="2029968"/>
            <a:ext cx="2686735" cy="4297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5303" y="2212848"/>
            <a:ext cx="2394127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3600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303" y="2999232"/>
            <a:ext cx="2394127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3456432"/>
            <a:ext cx="2394127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文心Unlimited OCR 2称可一次解析《哈利·波特》七部，MPDocBench 84.6分。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2039" y="2029968"/>
            <a:ext cx="2686735" cy="4297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8343" y="2212848"/>
            <a:ext cx="2394127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2000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8343" y="2999232"/>
            <a:ext cx="2394127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小时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343" y="3456432"/>
            <a:ext cx="2394127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《自然·合成》：Pt/Fe-NC电化学裂氨，10 mA/cm²下产氢逾2000小时。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713232"/>
            <a:ext cx="11185855" cy="56875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960120"/>
            <a:ext cx="19202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07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算力 · 圣克拉拉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960120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NVIDIA / 路透 · 27日 02:07 ET 见报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243584"/>
            <a:ext cx="86868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英伟达向Meta投资30亿美元，扩大Muse合作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591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来源：NVIDIA / 路透 / Axios　·　investor.nvidia.com　·　axios.com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70048"/>
            <a:ext cx="86868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英伟达与Meta宣布扩大Muse系列模型合作，Meta将加码部署Vera Rubin、Vera CPU、Spectrum-X与BlueField-4；双方还将评估OpenShell与Sentry。英伟达拟向Meta股权发行投资30亿美元。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3767328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3822191"/>
            <a:ext cx="1828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30亿美元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4261104"/>
            <a:ext cx="1828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入股认购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01768" y="3767328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3822191"/>
            <a:ext cx="1828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Vera Rubin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4261104"/>
            <a:ext cx="1828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机架扩容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3176" y="3767328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2904" y="3822191"/>
            <a:ext cx="1828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OpenShell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4261104"/>
            <a:ext cx="1828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评估加固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44584" y="3767328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3822191"/>
            <a:ext cx="1828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1E3A"/>
                </a:solidFill>
                <a:latin typeface="Cambria"/>
                <a:ea typeface="Songti SC"/>
                <a:cs typeface="Cambria"/>
              </a:rPr>
              <a:t>Sentry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4261104"/>
            <a:ext cx="1828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行为监测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4919472"/>
            <a:ext cx="8686800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4974336"/>
            <a:ext cx="8686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157216"/>
            <a:ext cx="8686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把智能体竞赛写成可核验的入股与机架扩容，而不是又一份「深化合作」空话。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713232"/>
            <a:ext cx="5446623" cy="56875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896112"/>
            <a:ext cx="49437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08　大模型 · 旧金山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4943703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OpenAI发布GPT-6.1 Terra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94370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来源：OpenAI / The Verge　·　openai.com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4943703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OpenAI发布GPT-6.1 Terra（沪时27日02:06首发）。公司称计算机操作快逾3倍，标准API价较GPT-5.6 Terra与GPT-6.1 Sol低50%，Agents' Last Exam中等推理较上代高15个百分点。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754880"/>
            <a:ext cx="494370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09744"/>
            <a:ext cx="494370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4"/>
            <a:ext cx="494370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把「会用电脑的模型」写成可对照的单价与时延，竞争从榜单转向单位任务成本。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2151" y="713232"/>
            <a:ext cx="5446623" cy="56875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6471" y="896112"/>
            <a:ext cx="49437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09　开源 · 北京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471" y="1207008"/>
            <a:ext cx="4943703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百度开源文心Unlimited OCR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471" y="2514600"/>
            <a:ext cx="494370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来源：新华网　·　news.cn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2816352"/>
            <a:ext cx="4943703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百度开源文心Unlimited OCR 2，以稀疏参考滑动窗口注意力实现任意页数解析，称可一次处理《哈利·波特》七部逾3600页。MPDocBench 84.6分，权重上线GitHub与Hugging Face。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6471" y="4754880"/>
            <a:ext cx="494370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6471" y="4809744"/>
            <a:ext cx="494370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4992624"/>
            <a:ext cx="494370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把超长文档OCR从「几十页拼接」改写成可核验的开源权重与公开榜。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713232"/>
            <a:ext cx="5446623" cy="56875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896112"/>
            <a:ext cx="49437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10　航天 · 范登堡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4943703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星链15-16组27星入轨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94370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来源：SpaceX / Spaceflight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4943703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SpaceX猎鹰9号于加州范登堡12:25 PDT（沪时15:25）发射星链15-16组27颗卫星。一级B1082第26次飞行后降落太平洋无人船「Of Course I Still Love You」。约62分钟后部署。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754880"/>
            <a:ext cx="494370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09744"/>
            <a:ext cx="494370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4"/>
            <a:ext cx="494370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26日刊已预告折沪时入本日，把西海岸夜射写成可核验的回收与部署。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2151" y="713232"/>
            <a:ext cx="5446623" cy="56875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6471" y="896112"/>
            <a:ext cx="49437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11　化学 · 《自然·合成》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471" y="1207008"/>
            <a:ext cx="4943703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电化学裂氨产氢逾2000小时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471" y="2514600"/>
            <a:ext cx="494370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Synthesis　·　nature.com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2816352"/>
            <a:ext cx="4943703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《自然·合成》27日发表：铂纳米颗粒负载于含铁单原子的氮掺杂碳（Pt/Fe-NC），氨氧化质量活性733 A/gPt，结合脉冲电解等可再生路径，10 mA/cm²下产氢逾2000小时。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6471" y="4754880"/>
            <a:ext cx="4943703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6471" y="4809744"/>
            <a:ext cx="494370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4992624"/>
            <a:ext cx="4943703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把氨作为氢载体的电化学裂解写成可耐久的再生路径，而不只是实验室峰值活性。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11556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信息不足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69264"/>
            <a:ext cx="11155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ongti SC"/>
                <a:cs typeface="Cambria"/>
              </a:rPr>
              <a:t>国内航天与先进制程留白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64208"/>
            <a:ext cx="5446623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92224"/>
            <a:ext cx="5080863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发射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03120"/>
            <a:ext cx="5080863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无国内航天发射；无中国先进制程芯片产品首发。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2151" y="1664208"/>
            <a:ext cx="5446623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3319" y="1792224"/>
            <a:ext cx="5080863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折日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319" y="2103120"/>
            <a:ext cx="5080863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英伟达–甲骨文Vera Rubin多吉瓦扩容，GlobeNewswire 27日12:00 ET=沪时28日00:00，入28日刊。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27832"/>
            <a:ext cx="5446623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355848"/>
            <a:ext cx="5080863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跟进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666744"/>
            <a:ext cx="5080863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全固态锂二氧化碳电池为24日论文；迷幻药β-arrestin机制为23日《自然·神经科学》。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3227832"/>
            <a:ext cx="5446623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355848"/>
            <a:ext cx="5080863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前刊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666744"/>
            <a:ext cx="5080863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风光装机破20亿千瓦为26日能源局；华为Atlas 350为20日伙伴大会，不重写。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91456"/>
            <a:ext cx="5446623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919472"/>
            <a:ext cx="5080863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禁重刊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230368"/>
            <a:ext cx="5080863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五中全会开幕、第849号令、卢拉开票、Kimi K3.1 Pro、RTX Spark、OpenShell、TorchTPU、Jalapeño（6/24）。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2151" y="4791456"/>
            <a:ext cx="5446623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3319" y="4919472"/>
            <a:ext cx="5080863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窗口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3319" y="5230368"/>
            <a:ext cx="5080863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日期按 Asia/Shanghai 2026-10-27 00:00 至 2026-10-28 00:00 取舍。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Songti SC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第036期 · 2026年10月27日 ·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11556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THE EVENING LEDGER　·　第036期 · 收束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87552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Songti SC"/>
                <a:cs typeface="Cambria"/>
              </a:rPr>
              <a:t>贺电写连任，特使写劝和，圣克拉拉写三十亿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Microsoft YaHei"/>
                <a:cs typeface="Calibri"/>
              </a:rPr>
              <a:t>习近平致电祝贺卢拉连任，并向福田康夫遗属致唁电。外交部宣布派特使赴中东劝和，同日伊海军称霍尔木兹油轮触雷。施泰因迈尔抵合肥开启访华。规上工业利润前三季度增15.5%。以色列大选出炉出口民调胶着。英伟达向Meta投资30亿美元。OpenAI发布GPT-6.1 Terra。百度开源Unlimited OCR 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44368"/>
            <a:ext cx="5464911" cy="224028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035808"/>
            <a:ext cx="509915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时政六条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291840"/>
            <a:ext cx="5099151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1. 习近平致电祝贺卢拉连任
2. 习近平向福田康夫遗属致唁电
3. 外交部将派特使赴中东劝和
4. 施泰因迈尔抵合肥开启访华
5. 以色列出口民调：两阵营均未过61席
6. 规上工业利润前三季度增15.5%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2944368"/>
            <a:ext cx="5464911" cy="224028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5031" y="3035808"/>
            <a:ext cx="509915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科技五条 · 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1" y="3291840"/>
            <a:ext cx="5099151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1. 英伟达向Meta投资30亿美元，扩大Muse合作
2. OpenAI发布GPT-6.1 Terra
3. 百度开源文心Unlimited OCR 2
4. 星链15-16组27星入轨
5. 电化学裂氨产氢逾2000小时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68112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日期窗口：Asia/Shanghai 2026-10-27 00:00 至 2026-10-28 00:00。交叉来源：新华社/中国政府网/外交部/统计局、美联社/路透、NVIDIA/OpenAI/SpaceX、Nature Synthesis。排除26日已入刊稿、24日锂二氧化碳电池与23日迷幻药论文跟进，以及折入28日的英伟达–甲骨文OCI稿。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每日时政科技简报 · 第036期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