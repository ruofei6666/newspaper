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64592" cy="164592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29184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THE MORNING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329184"/>
            <a:ext cx="4160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ASIA / SHANGHAI    昨日新闻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13232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804672"/>
            <a:ext cx="11183112" cy="508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第贰肆零期  ·  二零二六年八月二十八日  ·  星期五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1124712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105156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只收录该日发生或该日首发的稿件，拒绝转载拼盘。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2044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639312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526280"/>
            <a:ext cx="30175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时政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919472"/>
            <a:ext cx="30175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4"/>
                </a:solidFill>
                <a:latin typeface="Calibri"/>
                <a:ea typeface="Microsoft YaHei"/>
                <a:cs typeface="Calibri"/>
              </a:rPr>
              <a:t>外交 · 救灾 · 宏观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52044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639312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526280"/>
            <a:ext cx="30175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科技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4919472"/>
            <a:ext cx="30175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4"/>
                </a:solidFill>
                <a:latin typeface="Calibri"/>
                <a:ea typeface="Microsoft YaHei"/>
                <a:cs typeface="Calibri"/>
              </a:rPr>
              <a:t>词元 · 开源 · 算力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52044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3639312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4526280"/>
            <a:ext cx="30175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合计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4919472"/>
            <a:ext cx="30175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8B0A4"/>
                </a:solidFill>
                <a:latin typeface="Calibri"/>
                <a:ea typeface="Microsoft YaHei"/>
                <a:cs typeface="Calibri"/>
              </a:rPr>
              <a:t>交叉核验后入选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42432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今日主线：吉隆口岸跨境搜救升至政治局；中美在伊朗制裁威胁与贸易休战延长之间并行；贵阳数博会把「词元」写成产业语言。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27648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Microsoft YaHei"/>
                <a:cs typeface="Calibri"/>
              </a:rPr>
              <a:t>编辑部  ·  晨刊  ·  非商务模板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0" y="256032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第240期  ·  2026年8月28日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9019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7145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11183112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29260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960120"/>
            <a:ext cx="85039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27632"/>
            <a:ext cx="8503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喜马拉雅的泥与华盛顿的制裁，同一天写进中国议程。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11183112" cy="16916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2"/>
            <a:ext cx="1828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引  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10561320" cy="10515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“要科学制定搜救方案，全力搜救国内外失联人员……要对尼泊尔受灾地区提供紧急援助，开展国际救援合作。”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6052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315968"/>
            <a:ext cx="310896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047488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376672"/>
            <a:ext cx="310896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尼泊尔一侧冰川崩塌，泥石流冲入吉隆口岸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16052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315968"/>
            <a:ext cx="310896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5047488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5376672"/>
            <a:ext cx="310896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政治局开会部署救援，李强已在灾区一线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16052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4315968"/>
            <a:ext cx="310896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5047488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万m³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5376672"/>
            <a:ext cx="310896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边境堰塞湖蓄水，溢流一度打断搜救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0" y="256032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第240期  ·  2026年8月28日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9019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7145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11183112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灾情现场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86400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73152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72184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72184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公共事务  · 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709928"/>
            <a:ext cx="5047488" cy="11155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政治局部署吉隆口岸抢险救援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43784"/>
            <a:ext cx="504748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 ·  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099816"/>
            <a:ext cx="5047488" cy="1417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习近平主持中共中央政治局会议，研究西藏日喀则吉隆县泥石流抢险。会议向遇难者默哀，要求科学搜救国内外失联人员、严防堰塞湖次生灾害，并对尼泊尔灾区提供紧急援助。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193792"/>
            <a:ext cx="4974336" cy="762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266945"/>
            <a:ext cx="504748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486400"/>
            <a:ext cx="5047488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灾害升至最高政治层级调度，跨境搜救与次生洪水将主导未来数日的公共治理议程。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325880"/>
            <a:ext cx="5486400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325880"/>
            <a:ext cx="73152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472184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1472184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国际人道  ·  加德满都 / 吉隆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1709928"/>
            <a:ext cx="5047488" cy="11155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堰塞湖溢流，尼方确认469人遇难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843784"/>
            <a:ext cx="504748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来源：Al Jazeera  ·  联合早报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099816"/>
            <a:ext cx="5047488" cy="1417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尼泊尔总理府周五通报：山洪已造成469人遇难、977人失联，约644名失联者为外国人。边境堰塞湖蓄水约200万立方米并溢流，双方一度暂停搜救，后评估风险可控再恢复。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9672" y="5193792"/>
            <a:ext cx="4974336" cy="762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5266945"/>
            <a:ext cx="504748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5486400"/>
            <a:ext cx="5047488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这是喜马拉雅冰川崩塌的跨境人道危机，次生洪水仍可能改写伤亡数字与救援窗口。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0" y="256032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第240期  ·  2026年8月28日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9019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7145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11183112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外交对照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同一天里，中美既互相施压，也在为九月峰会铺路。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19072"/>
            <a:ext cx="5349240" cy="45262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01952"/>
            <a:ext cx="4846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施压  · 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4846320" cy="11704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特朗普暗示制裁对伊往来中资银行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83280"/>
            <a:ext cx="48463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来源：中国新闻网 / 外交部记者会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657600"/>
            <a:ext cx="4846320" cy="11155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林剑回应特朗普“可能制裁仍与伊朗保持业务往来的中国银行”：对话谈判是解决伊朗问题的唯一出路，中方反对非法单边制裁的立场一贯明确。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919472"/>
            <a:ext cx="4846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157216"/>
            <a:ext cx="4846320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二次制裁威胁与元首会晤准备并行，金融通道成为中美博弈的敏感前线。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1965960"/>
            <a:ext cx="12700" cy="40233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1719072"/>
            <a:ext cx="5349240" cy="45262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901952"/>
            <a:ext cx="4846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稳住  · 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176272"/>
            <a:ext cx="4846320" cy="11704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釜山贸易休战几近肯定再延一年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83280"/>
            <a:ext cx="48463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来源：南华早报 独家  ·  scmp.com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657600"/>
            <a:ext cx="4846320" cy="11155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知情人士称去年釜山一年期安排几乎肯定延长。北京希望锁至特朗普任期结束，华盛顿倾向再延一年。双方同时讨论中企高管是否随习近平9月24日访美。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919472"/>
            <a:ext cx="4846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5157216"/>
            <a:ext cx="4846320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休战能否延续，将决定稀土、关税与对华限制的短期可预期性，也框定峰会经济成果。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0" y="256032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第240期  ·  2026年8月28日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9019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7145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11183112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宏观与民生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86400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73152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72184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72184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宏观经济  ·  国家发改委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709928"/>
            <a:ext cx="5047488" cy="11155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全国投资工作推进会力推止跌回稳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43784"/>
            <a:ext cx="504748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来源：国家发展改革委  ·  ndrc.gov.cn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099816"/>
            <a:ext cx="5047488" cy="1417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郑栅洁等主持会议，要求加快专项债发行、投放新型政策性金融工具，推进十五五重大工程与“六张网”建设，并推出民企可参与的重大项目，目标推动投资止跌回稳。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193792"/>
            <a:ext cx="4974336" cy="762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266945"/>
            <a:ext cx="504748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486400"/>
            <a:ext cx="5047488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投资仍是当前增长的主要短板。会议把财政工具与民间投资放在同一张施工图上。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325880"/>
            <a:ext cx="5486400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325880"/>
            <a:ext cx="73152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472184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1472184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社会政策  ·  住建 / 自然资源 / 金监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1709928"/>
            <a:ext cx="5047488" cy="11155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三部门推行商品房现房销售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843784"/>
            <a:ext cx="504748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 ·  news.cn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099816"/>
            <a:ext cx="5047488" cy="1417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新出让及未取工规证项目优先现房销售；继续预售的须单体封顶，购房款全额入监管账户。现房实行备案与定金制，并推行主办银行制与“交房即交证”。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9672" y="5193792"/>
            <a:ext cx="4974336" cy="762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5266945"/>
            <a:ext cx="504748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5486400"/>
            <a:ext cx="5047488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房地产基础制度转向存量时代：改写房企周转模式，也改写购房人资金安全。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0" y="256032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第240期  ·  2026年8月28日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9019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7145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11183112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29260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960120"/>
            <a:ext cx="85039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27632"/>
            <a:ext cx="8503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贵阳把「词元」从模型计量单位写成产业政策语言。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59152"/>
            <a:ext cx="2414016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127248"/>
            <a:ext cx="2414016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项成果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474720"/>
            <a:ext cx="2414016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数博会计划集中发布的制度、标准与产品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24028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2359152"/>
            <a:ext cx="2414016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12.6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127248"/>
            <a:ext cx="2414016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万个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474720"/>
            <a:ext cx="2414016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全国高质量数据集最新累计规模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24028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359152"/>
            <a:ext cx="2414016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1815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127248"/>
            <a:ext cx="2414016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PB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474720"/>
            <a:ext cx="2414016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数据集对应的数据总体量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24028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2359152"/>
            <a:ext cx="2414016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770B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3127248"/>
            <a:ext cx="2414016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总参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474720"/>
            <a:ext cx="2414016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腾讯混元当日开源的 Hy4 preview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773168"/>
            <a:ext cx="11183112" cy="1481328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19472"/>
            <a:ext cx="106070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编辑观察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12080"/>
            <a:ext cx="10607040" cy="8229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Hot Chips 已于24–25日结束，本日不混入其复述稿。科技版只收28日首发：数博会开幕、混元开源、机器人操作系统升级、通信业月报，以及曙光以存储换推理时延的方案。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0" y="256032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第240期  ·  2026年8月28日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9019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7145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11183112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词元与模型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86400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73152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72184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72184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产业政策  ·  贵阳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709928"/>
            <a:ext cx="5047488" cy="11155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数博会开幕，词元成为产业主题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43784"/>
            <a:ext cx="504748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来源：新华网 / C114  ·  国家数据局主办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099816"/>
            <a:ext cx="5047488" cy="1417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2026中国国际大数据产业博览会开幕，主题为“词元——数据要素价值释放新路径”。展会汇聚372家企业，计划发布87项成果；开幕式披露全国高质量数据集超12.6万个、数据量超1815PB。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193792"/>
            <a:ext cx="4974336" cy="762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266945"/>
            <a:ext cx="504748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486400"/>
            <a:ext cx="5047488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把词元从模型计量单位提升为数据要素交易与产业政策语言，数据市场化进入新阶段。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325880"/>
            <a:ext cx="5486400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325880"/>
            <a:ext cx="73152" cy="498348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472184"/>
            <a:ext cx="1005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1472184"/>
            <a:ext cx="4069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人工智能  ·  腾讯混元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1709928"/>
            <a:ext cx="5047488" cy="11155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混元发布并开源 Hy4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843784"/>
            <a:ext cx="504748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来源：腾讯官网 / 新华网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099816"/>
            <a:ext cx="5047488" cy="1417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Hy4 preview 总参数770B、激活49B，上下文突破1M，已开源并上线元宝、CodeBuddy、WorkBuddy。腾讯内部盲测略优于 GLM 5.3 与 Kimi K3；定价为输入6元、输出18元/百万tokens。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9672" y="5193792"/>
            <a:ext cx="4974336" cy="762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5266945"/>
            <a:ext cx="5047488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5486400"/>
            <a:ext cx="5047488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国产开源旗舰继续卷生产力与百万级上下文，直接改变编程与办公智能体的成本曲线。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0" y="256032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第240期  ·  2026年8月28日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9019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7145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11183112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系统与算力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一端是多机协同的操作系统，一端是把重复计算送进缓存的推理方案。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19072"/>
            <a:ext cx="5349240" cy="45262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01952"/>
            <a:ext cx="4846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具身智能  · 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4846320" cy="11704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M-Robots OS 3.0 转向群体智能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83280"/>
            <a:ext cx="48463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来源：IT之家  ·  数博会现场发布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657600"/>
            <a:ext cx="4846320" cy="11155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深开鸿发布基于开源鸿蒙的机器人操作系统 3.0 Beta，强调组网可信、微秒级硬实时与多机 Agent 协同，并演示无人零售、空地巡检。项目已捐赠开放原子基金会，同步发布全国产人形机器人星行侠 P02。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919472"/>
            <a:ext cx="4846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157216"/>
            <a:ext cx="4846320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操作系统比单机硬件更能决定机器人能否规模协同，开源底座将影响国产具身智能生态卡位。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1965960"/>
            <a:ext cx="12700" cy="40233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1719072"/>
            <a:ext cx="5349240" cy="45262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901952"/>
            <a:ext cx="48463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芯片与基础设施  · 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176272"/>
            <a:ext cx="4846320" cy="11704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曙光 ParaCache：以存换算降时延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83280"/>
            <a:ext cx="48463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来源：21世纪经济报道 / 爱集微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657600"/>
            <a:ext cx="4846320" cy="11155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数博会发布的词元加速方案以四级缓存复用 KV 结果，兼容 vLLM 与 SGLang。曙光称 12 万词元输入下首词元时延最高降 98.5% 至约 400 毫秒，高并发吞吐最高提升 27 倍，已在曙光 8000 验证。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919472"/>
            <a:ext cx="48463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5157216"/>
            <a:ext cx="4846320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推理瓶颈正从芯片峰值转向存储与缓存调度，「以存换算」成为国产算力降本的现实路径。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0" y="256032"/>
            <a:ext cx="4023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第240期  ·  2026年8月28日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56032"/>
            <a:ext cx="190195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"/>
            <a:ext cx="11183112" cy="17145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11183112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连接规模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8686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11  ·  工信部发布 2026 年前 7 个月通信业运行情况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01952"/>
            <a:ext cx="5029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13.03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21408"/>
            <a:ext cx="1463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亿户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61488"/>
            <a:ext cx="5029200" cy="548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5G 移动电话用户，占移动用户 70.5%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01952"/>
            <a:ext cx="5029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515.4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121408"/>
            <a:ext cx="1463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万个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761488"/>
            <a:ext cx="5029200" cy="548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5G 基站，较上年末净增 31.6 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0332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867912"/>
            <a:ext cx="5029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−2.1%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087368"/>
            <a:ext cx="1463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727448"/>
            <a:ext cx="5029200" cy="548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电信业务收入 1.02 万亿元，同比仍降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03320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867912"/>
            <a:ext cx="5029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+17.6%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087368"/>
            <a:ext cx="1463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流量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727448"/>
            <a:ext cx="5029200" cy="5486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移动互联网累计流量 2587 亿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为何重要：连接规模继续扩张，但收入与流量背离，显示通信业向算力与智能服务转型的压力加大。来源：工业和信息化部（经公开转载核对）。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9436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347472"/>
            <a:ext cx="50749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Microsoft YaHei"/>
                <a:cs typeface="Calibri"/>
              </a:rPr>
              <a:t>第240期  ·  收束  ·  10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1905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04672"/>
            <a:ext cx="11183112" cy="508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本日判断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11155680" cy="10515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救灾要抢时间，外交要控预期，科技在把「词元」从实验室搬进交易与操作系统。三条线互不替代，却同在 8 月 28 日交汇。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8036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99232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时政六条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310128"/>
            <a:ext cx="4983480" cy="2011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01  政治局部署吉隆口岸抢险
02  尼泊尔 469 遇难，堰塞湖溢流
03  中方回应美威胁制裁中资银行
04  釜山贸易休战几近肯定延长
05  稳投资推进会：专项债与六张网
06  商品房销售转向现房优先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80360"/>
            <a:ext cx="5486400" cy="26060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999232"/>
            <a:ext cx="49377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科技五条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310128"/>
            <a:ext cx="4983480" cy="2011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07  数博会开幕，词元成为主题
08  混元 Hy4 preview 开源
09  M-Robots OS 3.0 群体智能
10  曙光 ParaCache 降推理时延
11  5G 用户突破 13.03 亿户
—   未混入 Hot Chips 复述稿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87568"/>
            <a:ext cx="11155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方法：以 Asia/Shanghai 的昨天（2026-08-28）为采编窗口；只收该日发生或该日首发，交叉核验官方通报与两家以上报道。缺口：工信部月报以转载稿核对，官网原文链接未能稳定打开。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完  ·  可与 briefing.html 对照阅读  · 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