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41248"/>
            <a:ext cx="164592" cy="16459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804672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80467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152144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25296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8988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libri"/>
                <a:ea typeface="Calibri"/>
              </a:rPr>
              <a:t>第贰肆陆期  ·  二零二六年九月三日  · 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55648"/>
            <a:ext cx="111556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5292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2"/>
            <a:ext cx="3611880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456432"/>
            <a:ext cx="32004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187952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498848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返京 · 河谷 · 纪念日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364992"/>
            <a:ext cx="3611880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3456432"/>
            <a:ext cx="32004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87952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498848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枢纽 · IFA · 端侧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364992"/>
            <a:ext cx="3611880" cy="15727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3456432"/>
            <a:ext cx="32004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4187952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498848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周四首发可核验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11183112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</a:rPr>
              <a:t>今日主线：专机落回北京，王毅把五天四夜写成官方账本；尼侧遇难过一千二百，第三批物资与鉴定专家同机启运；吉隆路通次日，一百九十五人突击队翻进联检大楼。科技栏：英伟达出价一百二十九亿买下开源枢纽，柏林IFA把超级芯片出货窗和小米自研折叠同日摆上展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4630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96112"/>
            <a:ext cx="9601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81328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出访收口落在星期四上午；同一条冰川的南北两岸，一边把突击队推进废墟，一边把遇难人数再改一版。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11183112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84831"/>
            <a:ext cx="10789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22576"/>
            <a:ext cx="107899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“5天4夜里，习近平主席密集出席20余场活动，双多边结合、跨区域联动……访问亮点纷呈，取得圆满成功。”——王毅谈此访，据新华社9月3日电。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21024"/>
            <a:ext cx="3611880" cy="2697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49039"/>
            <a:ext cx="32004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425696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场活动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773168"/>
            <a:ext cx="320040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王毅称五天四夜双多边结合；上合新设口岸经济与基础教育合作中心。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611880" cy="2697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749039"/>
            <a:ext cx="32004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1252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425696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遇难 · 尼方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773168"/>
            <a:ext cx="320040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3日官方口径较2日的1118人再上修；失联仍在四千至近五千之间。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621024"/>
            <a:ext cx="3611880" cy="269748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3749039"/>
            <a:ext cx="32004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195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425696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人突击队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773168"/>
            <a:ext cx="320040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吉隆第九日，消防分三批轮换进入核心区，分层清障联检大楼。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返京与记者会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专机落地，出访账本收口；同一场例行记者会，墨西哥外长被写进下周日程。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95544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47088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792224"/>
            <a:ext cx="4846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01　外交 · 北京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84831"/>
            <a:ext cx="504748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习近平返京，王毅总结5天4夜出访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273552"/>
            <a:ext cx="50474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来源：新华社 / 中国政府网　·　gov.cn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566160"/>
            <a:ext cx="5047488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9月3日上午，习近平结束上合峰会及吉尔吉斯斯坦、埃及国事访问回到北京。王毅向随行记者介绍：5天4夜出席20余场活动；上合宣布成立口岸经济、基础教育合作中心，未来3年联合实施100个科技项目；中埃扩大本币互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074920"/>
            <a:ext cx="504748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48072"/>
            <a:ext cx="504748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349240"/>
            <a:ext cx="504748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把8月30日以来的双多边行程收成官方账本，新设平台把天津峰会蓝图落到口岸与基础教育。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682496"/>
            <a:ext cx="5495544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9944" y="1847088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792224"/>
            <a:ext cx="4846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02　外交 · 北京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084831"/>
            <a:ext cx="504748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墨西哥外长贝拉斯科将于6–7日访华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273552"/>
            <a:ext cx="50474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来源：外交部　·　fmprc.gov.cn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566160"/>
            <a:ext cx="5047488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郭嘉昆宣布，应王毅邀请，墨西哥外长贝拉斯科将于9月6日至7日访华，此访是其4月就任以来首次来华。中方称墨为拉美大国和全面战略伙伴，期待就双边与国际地区问题交换意见、增进互信。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074920"/>
            <a:ext cx="504748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148072"/>
            <a:ext cx="504748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349240"/>
            <a:ext cx="504748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在美委石油与拉美债务被点名的同一天，北京把墨西哥外长请上日程。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双栏对照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口岸与河谷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北岸把突击队推进堆积体，南岸把遇难人数再改一版。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95544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792224"/>
            <a:ext cx="3017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公共事务 ·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737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194560"/>
            <a:ext cx="5047488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吉隆第九日：195人突击队纵深搜寻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310128"/>
            <a:ext cx="50474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来源：新华社　·　xz.xinhua.org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602736"/>
            <a:ext cx="504748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新华社吉隆9月3日电，G216核心段打通后，国家综合性消防救援队伍组成195人突击队，分3批轮换进入核心区，对停车场、联检大楼等「翻一层、搜一层、清一层」。当日未见官方更新伤亡数字，仍为21遇难、541失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074920"/>
            <a:ext cx="504748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48072"/>
            <a:ext cx="504748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349240"/>
            <a:ext cx="504748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路通次日，搜救从「进得去」变成分层清障，账本却尚未改写。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682496"/>
            <a:ext cx="5495544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792224"/>
            <a:ext cx="3017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救灾 ·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7373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194560"/>
            <a:ext cx="5047488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尼泊尔遇难升至1252人，近五千失联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310128"/>
            <a:ext cx="50474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来源：法新社 / 星洲日报　·　sinchew.com.my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602736"/>
            <a:ext cx="504748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尼泊尔灾害管理部门3日称，边境洪水已造成至少1252人死亡。警方上午10时口径为发现遗体1252具、失联4875人；另有通报失踪约4216人。约583名外籍人士仍下落不明。总理沙阿称工作重点将由搜救转向复原重建。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074920"/>
            <a:ext cx="504748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148072"/>
            <a:ext cx="504748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349240"/>
            <a:ext cx="5047488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同源冰川灾害南岸账本再上修，官方口径从搜救窗口转入复原。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启运与纪念日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第三批物资与鉴定专家同机起飞；胜利纪念日当天，防卫预算被点名。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6537960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47088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792224"/>
            <a:ext cx="5852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05　外交 · 北京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84831"/>
            <a:ext cx="60807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对尼第三批援助启运，DNA专家同机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82112"/>
            <a:ext cx="6080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来源：外交部　·　fmprc.gov.cn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474720"/>
            <a:ext cx="608076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郭嘉昆说，3日上午对尼第三批紧急援助已启运，含帐篷、毛毯、太平柜、防护服和卫星通讯设备，第二批DNA鉴定专家同机赴尼；西藏已援助2座贝雷桥。中方紧急开发「妈祖」气象云端定制版交付尼方试用。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029200"/>
            <a:ext cx="6080760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02352"/>
            <a:ext cx="6080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303520"/>
            <a:ext cx="60807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援助从「筹备中」变成启运，鉴定与桥梁把跨境搜救推进到认人和通路。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682496"/>
            <a:ext cx="4416552" cy="29992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88936" y="1847088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1792224"/>
            <a:ext cx="37947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06　外交 · 北京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066543"/>
            <a:ext cx="3977639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Cambria"/>
              </a:rPr>
              <a:t>抗战胜利81周年，外交部批日防卫预算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3035808"/>
            <a:ext cx="397763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来源：外交部　·　fmprc.gov.cn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273552"/>
            <a:ext cx="3977639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郭嘉昆回应日本2026年版防卫白皮书谋求「对敌方基地攻击能力」、2027年度防卫预算概算8.89万亿日元再创新高，重申投降文件确立的战败国义务。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4828032"/>
            <a:ext cx="4416552" cy="153619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6" y="4919472"/>
            <a:ext cx="3977639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8.89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5486400"/>
            <a:ext cx="397763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万亿日元 · 防卫预算概算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724144"/>
            <a:ext cx="3977639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外交部同日警告勿以「国家正常化」包装「新型军国主义」。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463040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96112"/>
            <a:ext cx="9601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81328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芯片巨头买下开源枢纽；柏林媒体日把超级芯片出货窗和自研折叠同日摆上展台。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2706624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084831"/>
            <a:ext cx="2414016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129.3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24912"/>
            <a:ext cx="241401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35808"/>
            <a:ext cx="2414016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英伟达收购 Hugging Face 的对价（含留任股权）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1993392"/>
            <a:ext cx="2706624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084831"/>
            <a:ext cx="2414016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10月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724912"/>
            <a:ext cx="241401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出货窗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035808"/>
            <a:ext cx="2414016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RTX Spark Windows 整机在 IFA 确认货架时间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993392"/>
            <a:ext cx="2706624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084831"/>
            <a:ext cx="2414016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724912"/>
            <a:ext cx="241401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本地路由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035808"/>
            <a:ext cx="2414016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闲置家用电脑被写成可调度的推理节点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4272" y="1993392"/>
            <a:ext cx="2706624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2084831"/>
            <a:ext cx="2414016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O3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724912"/>
            <a:ext cx="241401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玄戒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035808"/>
            <a:ext cx="2414016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小米 18 Fold 海外首秀搭载自研 3 纳米芯片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98848"/>
            <a:ext cx="11183112" cy="18653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608576"/>
            <a:ext cx="10789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882896"/>
            <a:ext cx="10789920" cy="13533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未混入：习塞会谈四点倡议、中埃人工智能文件、大埃及博物馆参观（均2日发生）；美军2日交火复述；吉隆G216抢通与尼侧1118人；高通Adreno与《自然》两篇（2日首发）；地月激光（8月底）；GPT-6 Astra正式发布（4日凌晨）。科学栏当日首发不足，已标明缺口。Firecrawl 未安装鉴权。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枢纽易主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开源模型的默认分发权，第一次被写进芯片公司的并购合同。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495544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1847088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792224"/>
            <a:ext cx="4846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07　产业 · 圣克拉拉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84831"/>
            <a:ext cx="5047488" cy="11155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英伟达129.3亿美元收购Hugging 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236976"/>
            <a:ext cx="50474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来源：NVIDIA博客 / SEC 8-K / CNBC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529584"/>
            <a:ext cx="5047488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黄仁勋3日宣布，英伟达同意以129.303亿美元收购开源AI平台Hugging Face，其中约119亿支付股东、至多10亿股权留任，预计2027上半年交割。承诺平台保持开放、不强制英伟达算力、继续支持其他芯片商。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047488"/>
            <a:ext cx="504748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20640"/>
            <a:ext cx="504748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321808"/>
            <a:ext cx="5047488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芯片巨头买下全球最大开源模型枢纽，中立分发权第一次进入反垄断审查窗口。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682496"/>
            <a:ext cx="5495544" cy="46817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9944" y="1847088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792224"/>
            <a:ext cx="4846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08　芯片 · 柏林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084831"/>
            <a:ext cx="5047488" cy="11155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</a:rPr>
              <a:t>RTX Spark整机定档10月出货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236976"/>
            <a:ext cx="504748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来源：NVIDIA博客　·　IFA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529584"/>
            <a:ext cx="5047488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IFA 2026上，英伟达确认搭载RTX Spark超级芯片的Windows整机10月出货。芯片含20核Grace CPU、最高1 petaflop Blackwell GPU、至多128GB统一内存。联想发布Yoga Pro 9n与Yoga 9n二合一，宏碁展出紧凑桌面概念机。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047488"/>
            <a:ext cx="504748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120640"/>
            <a:ext cx="504748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321808"/>
            <a:ext cx="5047488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从5月发布到10月货架，端侧超级芯片第一次有可核对的出货窗。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稿件卡片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68096"/>
            <a:ext cx="111556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家用路由与折叠首秀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155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一端把第二台电脑写成推理节点，一端把自研SoC拿到IFA主通道。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495544" cy="34015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179222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737360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09　软件 · 圣克拉拉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993392"/>
            <a:ext cx="5084064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英伟达开源PAIR，闲置PC组本地算力网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706624"/>
            <a:ext cx="50840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来源：NVIDIA博客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926080"/>
            <a:ext cx="508406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英伟达发布免费开源工具Personal AI Router（PAIR），可发现局域网上的兼容电脑，把推理请求分发给有余量的机器，适配Ollama与LM Studio。支持GeForce RTX 20系及以上、DGX Spark及Apple M4以上芯片。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4041648"/>
            <a:ext cx="5084064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114800"/>
            <a:ext cx="50840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315968"/>
            <a:ext cx="5084064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把「家里第二台电脑」写成可调度的本地推理节点，端侧智能体第一次有家用路由层。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645920"/>
            <a:ext cx="5495544" cy="34015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1656" y="1792224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737360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　产业 · 柏林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93392"/>
            <a:ext cx="5084064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小米首登IFA，18 Fold搭载玄戒O3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706624"/>
            <a:ext cx="50840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来源：Android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926080"/>
            <a:ext cx="5084064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柏林IFA媒体日，小米以3300平方米展位首次参展，展出380余款产品。18 Fold真机亮相，为首款搭载自研3纳米玄戒O3旗舰芯片的折叠屏，并配长鑫LPDDR6（至高12800Mbps），中国区9月7日发布。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6" y="4041648"/>
            <a:ext cx="5084064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114800"/>
            <a:ext cx="50840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4315968"/>
            <a:ext cx="5084064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自研SoC、国产内存与折叠形态在海外首秀同台，端侧供应链第一次被拿到IFA主通道。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93792"/>
            <a:ext cx="11183112" cy="1207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285232"/>
            <a:ext cx="10789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 · 科学首发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541264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周四未见可交叉核验的《自然》《科学》级论文首发；罗曼望远镜3日NASA稿件仅为8月30日发射回顾。产业栏以并购、出货窗与展会真机补足，不以降配营销稿或2日科学复述凑数。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1089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第246期  ·  2026年9月3日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10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03504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4144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08176"/>
            <a:ext cx="11155680" cy="11155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Cambria"/>
              </a:rPr>
              <a:t>星期四不是星期三的复述：专机落回北京，出访被收成五天四夜的官方账本；尼侧过一千二百，第三批物资与鉴定专家同机起飞；吉隆路通次日，突击队翻进联检大楼。芯片公司花一百二十九亿买下开源枢纽，柏林把超级芯片出货窗和自研折叠同日摆上展台。科学栏留白，比用旧稿填满更诚实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5495544" cy="24871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651760"/>
            <a:ext cx="5495544" cy="24871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5120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743200"/>
            <a:ext cx="5120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科技四条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5120640" cy="199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习近平返京，王毅总结5天4夜出访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2  墨西哥外长贝拉斯科将于6–7日访华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3  吉隆第九日：195人突击队纵深搜寻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4  尼泊尔遇难升至1252人，近五千失联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5  对尼第三批援助启运，DNA专家同机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6  抗战胜利81周年，外交部批日防卫预算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35808"/>
            <a:ext cx="5120640" cy="199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英伟达129.3亿美元收购Hugging Face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2  RTX Spark整机定档10月出货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3  英伟达开源PAIR，闲置PC组本地算力网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4  小米首登IFA，18 Fold搭载玄戒O3真机展出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66944"/>
            <a:ext cx="1118311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方法：以 Asia/Shanghai 的昨天（2026-09-03，星期四）为采编窗口；只收该日发生或该日首发。英伟达收购协议签署日为2日，8-K签署与官方博客、CNBC首发均在3日，本期刊入。GPT-6 Astra正式发布在4日凌晨，未提前收入。Firecrawl 未安装鉴权，检索以公开网页交叉核验。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831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