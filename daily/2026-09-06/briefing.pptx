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B0A4"/>
                </a:solidFill>
                <a:latin typeface="Calibri"/>
                <a:ea typeface="Microsoft YaHei"/>
              </a:rPr>
              <a:t>●  THE MORNING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8404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B8B0A4"/>
                </a:solidFill>
                <a:latin typeface="Calibri"/>
                <a:ea typeface="Microsoft YaHei"/>
              </a:rPr>
              <a:t>ASIA / SHANGHAI　昨日新闻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13232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78638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972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1E3A"/>
                </a:solidFill>
                <a:latin typeface="Cambria"/>
                <a:ea typeface="Cambria"/>
              </a:rPr>
              <a:t>第贰肆玖期  ·  二零二六年九月六日  ·  星期日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B8B0A4"/>
                </a:solidFill>
                <a:latin typeface="Calibri"/>
                <a:ea typeface="Microsoft YaHei"/>
              </a:rPr>
              <a:t>只收录该日发生或该日首发的稿件，拒绝转载拼盘。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3529584" cy="1874519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7F4EF"/>
                </a:solidFill>
                <a:latin typeface="Calibri"/>
                <a:ea typeface="Microsoft YaHei"/>
              </a:rPr>
              <a:t>时政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ea typeface="Microsoft YaHei"/>
              </a:rPr>
              <a:t>基辅 · 霍尔木兹 · 增资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3154680"/>
            <a:ext cx="3529584" cy="1874519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7F4EF"/>
                </a:solidFill>
                <a:latin typeface="Calibri"/>
                <a:ea typeface="Microsoft YaHei"/>
              </a:rPr>
              <a:t>科技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ea typeface="Microsoft YaHei"/>
              </a:rPr>
              <a:t>减速 · 实习生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54680"/>
            <a:ext cx="3529584" cy="1874519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246120"/>
            <a:ext cx="3163824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C41E3A"/>
                </a:solidFill>
                <a:latin typeface="Cambria"/>
                <a:ea typeface="Cambria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4096512"/>
            <a:ext cx="31638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7F4EF"/>
                </a:solidFill>
                <a:latin typeface="Calibri"/>
                <a:ea typeface="Microsoft YaHei"/>
              </a:rPr>
              <a:t>合计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4443984"/>
            <a:ext cx="316382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8B0A4"/>
                </a:solidFill>
                <a:latin typeface="Calibri"/>
                <a:ea typeface="Microsoft YaHei"/>
              </a:rPr>
              <a:t>周日首发可核验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</a:rPr>
              <a:t>今日主线：特使第一次把未公开方案带进基辅，霍尔木兹把「对等」改成「更快更痛」；欧佩克+冻住十月配额，财政部把3600亿写进八家央企公告。北岸改写43/519，江南遂川从1死改到3死。科技栏：同一家实验室周日同时发布刹车长文与3.1倍智能体工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41248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9784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星期日把两场战争的下一页同时摊开：基辅第一次见到这对特使，霍尔木兹把报复从油轮写到无人艇。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48256"/>
            <a:ext cx="1060704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1060704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「美国人必须明白，对等回应的时代已经结束。」——伊朗议长兼首席谈判代表加利巴夫周日对议会的讲话。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01568"/>
            <a:ext cx="3557016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43400"/>
            <a:ext cx="319125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次首访基辅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319125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维特科夫与库什纳自全面入侵以来首次到访，乘火车自波兰入境。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3401568"/>
            <a:ext cx="3557016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547872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343400"/>
            <a:ext cx="319125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个月连增后停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709160"/>
            <a:ext cx="319125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欧佩克+七国周日线上会议，10月配额与9月持平。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6" y="3401568"/>
            <a:ext cx="3557016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3547872"/>
            <a:ext cx="319125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3600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4343400"/>
            <a:ext cx="319125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亿元增资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4709160"/>
            <a:ext cx="3191256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工行、农行等八家金融央企同日公告补充核心一级资本。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两场战争的星期日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一份未公开方案第一次被带进基辅；同一天，德黑兰宣布「对等」作废。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01　外交 · 基辅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美特使首访基辅，与泽连斯基举行实质性会谈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来源：半岛电视台 / 美联社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周日维特科夫与库什纳乘火车抵基辅，与泽连斯基会谈，英德法国家安全顾问列席第二轮。维特科夫称「实质性、受鼓舞」；库什纳称方案要超越停火。领土问题仍要求元首级谈判。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特使八访莫斯科后第一次走进基辅，方案仍未公开，访问本身被写成进展。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02　军事 · 霍尔木兹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伊朗称对等报复结束，革命卫队再袭油轮与无人艇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来源：彭博 / 法新社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加利巴夫周日称「对等回应时代已结束」。革命卫队称袭击未授权航线三艘油轮、三艘美关联船只，并打击试图进入海峡的美军无人艇。军舰躲开导弹未经独立核实。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周六拆三艘油轮之后，周日把报复从「两艘换三艘」改写成不设上限。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油桶停笔与资本补账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七国把十月配额按在九月的格子里；八家央企把3600亿写进同一天的公告。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03　能源 · 维也纳 / 线上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欧佩克+七国决定十月配额与九月持平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来源：欧佩克 / 塔斯社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沙特、俄罗斯等七国周日线上会议，10月配额维持9月水平，连续六个月增产后首次暂停。声明称完成2023年165万桶自愿减产兑现。下次会10月4日。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霍尔木兹实质封闭时，纸面配额已难对应实际产量，冻产是对战争溢价的认账。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04　宏观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八家金融央企拟增资3600亿元补核心一级资本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来源：新华社 / 人民网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工行、农行等8家中央金融企业6日分别公告，合计拟增资3600亿元。工行、农行拟向财政部与中国烟草定增分别不超过1000亿、1600亿；财政部另向进出口银行、中信保及四家国有险企注资。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特别国债注资从去年四家大行延到工行、农行与险企，资本补充被写成系统安排。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北岸改写与江南加码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吉隆第一次把伤亡改成43/519，并向境外记者打开现场；遂川从1死改到3死。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05　救灾 · 西藏吉隆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吉隆通报43遇难519失联，中外媒体见面会首开现场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来源：新华社 / 央视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截至5日18时遇难43人、失联519人，较4日31/531改写。国新办会同外交部组织境外记者赴现场。任维称已投入2500余人、救出2人。苏鹏程称源头在尼境，全程仅6–7分钟。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伤亡账本十一日后首次改写，跨境预警窗口被官方写成「只有几分钟」。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06　公共事务 · 江西遂川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遂川泥石流升至3死9失联，救援通道抢通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来源：新华社 / 中新网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救援人员6日中午再找到一名失联者，已无生命体征。高坪镇明坑村已致3人遇难、9人失联。汤湖至明坑村道路凌晨1时30分全线抢通。5日首报为1死11失联。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沙德尔在江南的账本加码，搜救从徒步进入转成通道打开后的深翻。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841248"/>
            <a:ext cx="9601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"/>
            <a:ext cx="9784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同一家实验室在星期日同时写出两份文件：一份说没有人准备好继续全速扩张，一份说智能体已经干完3.1倍的研究工时。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688336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倍工时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8月中旬每个研究工作日对应的智能体工作日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1965960"/>
            <a:ext cx="2688336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年3月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官方写下的「自动研究员」节点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1965960"/>
            <a:ext cx="2688336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美元 / 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中位研究者每日推理花费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1432" y="1965960"/>
            <a:ext cx="2688336" cy="19659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2057400"/>
            <a:ext cx="24323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670048"/>
            <a:ext cx="24323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Microsoft YaHei"/>
              </a:rPr>
              <a:t>芯片首发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980944"/>
            <a:ext cx="243230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周日未见可核验的流片或整机上市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114800"/>
            <a:ext cx="11183112" cy="233172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224528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526280"/>
            <a:ext cx="1060704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</a:rPr>
              <a:t>未混入：5日克里姆林宫会谈、美军拆三艘油轮、陆海涛获救、尼泊尔1344、遂川首报、民政部6.6亿、费马形式化、Astra配额；4日访美团、央行续作、吉隆31/531、Astra首发、韬定律；3日返京总结、墨外长预告、英伟达收购HF。7月Iris备忘录、2月港大忆阻器论文、9月7日华为小米预告均不收入。芯片与科学首发不足。Firecrawl 未安装鉴权。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同一天的刹车与油门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首席科学家要求自愿减速；研究组织宣布实习生已经上岗。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07　人工智能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帕乔茨基长文：尚无实验室配得上全速扩张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首席科学家周日发表《An Alien Mind》，称尚无实验室把对齐与监控做到足以继续全速扩张。他期望自愿减速成为常态，直至形成共享安全门槛，并呼吁国际协调列为优先。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旗舰模型发布三日后，负责能力的人把「减速」写成公开立场。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544068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73936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08　产业 · 旧金山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11149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OpenAI称已达到「自动研究实习生」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35808"/>
            <a:ext cx="511149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来源：OpenAI / Engadget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0128"/>
            <a:ext cx="511149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截至8月中旬，研究组织每1个人类工作日对应3.1个智能体工作日，并称已达到「自动研究实习生」——能在人指导下完成需数日的明确研究任务。下一步是2028年3月自动研究员。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5184648"/>
            <a:ext cx="511149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239512"/>
            <a:ext cx="511149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458968"/>
            <a:ext cx="511149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实验室把自己的研究劳动力写成可度量的倍数，递归加速从口号变成工时表。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第249期  ·  2026年9月6日  ·  星期日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49808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工时的价格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3.1倍的背面是每天数百到数千美元的推理账单；芯片栏今天交白卷。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6537960" cy="47091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773936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09　产品 · 旧金山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11680"/>
            <a:ext cx="620877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中位研究者每日推理花费超600美元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35808"/>
            <a:ext cx="620877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  <a:ea typeface="Microsoft YaHei"/>
              </a:rPr>
              <a:t>来源：OpenAI / The Next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0128"/>
            <a:ext cx="6208776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同篇披露，研究组织中位研究者每日推理花费超600美元，前10%超7000美元。公司一边把工时比写成3.1，一边由首席科学家另文警告无人准备好机器智力继续暴涨的后果。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" y="5184648"/>
            <a:ext cx="6208776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5239512"/>
            <a:ext cx="620877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458968"/>
            <a:ext cx="6208776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加速与刹车写在同一天：账单证明用得起，长文承认管不住。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33488" y="1645920"/>
            <a:ext cx="4352544" cy="2880360"/>
          </a:xfrm>
          <a:prstGeom prst="roundRect">
            <a:avLst>
              <a:gd name="adj" fmla="val 4000"/>
            </a:avLst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773936"/>
            <a:ext cx="4023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C41E3A"/>
                </a:solidFill>
                <a:latin typeface="Cambria"/>
                <a:ea typeface="Cambr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468880"/>
            <a:ext cx="4023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芯片 / 整机 / 科学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2834640"/>
            <a:ext cx="402336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Microsoft YaHei"/>
              </a:rPr>
              <a:t>周日未见可交叉核验的流片、整机上市或《自然》《科学》级论文首发。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3488" y="4663440"/>
            <a:ext cx="4352544" cy="169164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475488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信息不足 · 芯片与整机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029200"/>
            <a:ext cx="4023360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Microsoft YaHei"/>
              </a:rPr>
              <a:t>不以7月Iris备忘录、2月港大论文、4日韬定律或9月7日发布会预告凑数。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56032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B8B0A4"/>
                </a:solidFill>
                <a:latin typeface="Calibri"/>
                <a:ea typeface="Microsoft YaHei"/>
              </a:rPr>
              <a:t>第249期 ·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56032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09 / 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12648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7F4EF"/>
                </a:solidFill>
                <a:latin typeface="Cambria"/>
                <a:ea typeface="Cambria"/>
              </a:rPr>
              <a:t>本日判断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7F4EF"/>
                </a:solidFill>
                <a:latin typeface="Cambria"/>
                <a:ea typeface="Cambria"/>
              </a:rPr>
              <a:t>星期日不是星期六的复述：特使第一次走进基辅，德黑兰宣布对等作废，七国把十月油桶按住，八家央企写下3600亿。吉隆改写43/519并打开现场，遂川从1死加到3死。科技栏只有同一实验室的两份周日文件，芯片和科学交了白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</a:rPr>
              <a:t>时政六条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Microsoft YaHei"/>
              </a:rPr>
              <a:t>1. 美特使首访基辅，与泽连斯基举行实质性会谈
2. 伊朗称对等报复结束，革命卫队再袭油轮与无人艇
3. 欧佩克+七国决定十月配额与九月持平
4. 八家金融央企拟增资3600亿元补核心一级资本
5. 吉隆通报43遇难519失联，中外媒体见面会首开现场
6. 遂川泥石流升至3死9失联，救援通道抢通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560320"/>
            <a:ext cx="5440680" cy="2606040"/>
          </a:xfrm>
          <a:prstGeom prst="roundRect">
            <a:avLst>
              <a:gd name="adj" fmla="val 4000"/>
            </a:avLst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670048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</a:rPr>
              <a:t>科技三条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62656"/>
            <a:ext cx="5029200" cy="2057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F7F4EF"/>
                </a:solidFill>
                <a:latin typeface="Calibri"/>
                <a:ea typeface="Microsoft YaHei"/>
              </a:rPr>
              <a:t>1. 帕乔茨基长文：尚无实验室配得上全速扩张
2. OpenAI称已达到「自动研究实习生」
3. 中位研究者每日推理花费超600美元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035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8B0A4"/>
                </a:solidFill>
                <a:latin typeface="Calibri"/>
                <a:ea typeface="Microsoft YaHei"/>
              </a:rPr>
              <a:t>方法：以 Asia/Shanghai 的昨天（2026-09-06，星期日）为采编窗口；只收该日发生或该日首发。未混入5日克里姆林宫会谈、美军拆油轮、陆海涛获救、尼泊尔1344、遂川首报、费马与Astra配额。芯片与科学首发不足，已标明缺口。Firecrawl 未安装鉴权。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41E3A"/>
                </a:solidFill>
                <a:latin typeface="Calibri"/>
                <a:ea typeface="Microsoft YaHei"/>
              </a:rPr>
              <a:t>完 · 可与 briefing.html 对照阅读 · 非投资建议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