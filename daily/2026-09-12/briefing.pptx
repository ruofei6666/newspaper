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852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C2B6"/>
                </a:solidFill>
                <a:latin typeface="Calibri"/>
                <a:ea typeface="微软雅黑"/>
              </a:rPr>
              <a:t>●  THE MORNING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384048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9C2B6"/>
                </a:solidFill>
                <a:latin typeface="Calibri"/>
                <a:ea typeface="微软雅黑"/>
              </a:rPr>
              <a:t>ASIA / SHANGHAI　昨日新闻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841248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1E3A"/>
                </a:solidFill>
                <a:latin typeface="Calibri"/>
                <a:ea typeface="微软雅黑"/>
              </a:rPr>
              <a:t>第贰伍伍期  ·  二零二六年九月十二日  ·  星期六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9C2B6"/>
                </a:solidFill>
                <a:latin typeface="Calibri"/>
                <a:ea typeface="微软雅黑"/>
              </a:rPr>
              <a:t>只收录该日发生或该日首发的稿件，拒绝转载拼盘。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4612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364992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>
                <a:solidFill>
                  <a:srgbClr val="C41E3A"/>
                </a:solidFill>
                <a:latin typeface="Cambria"/>
                <a:ea typeface="宋体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133087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libri"/>
                <a:ea typeface="微软雅黑"/>
              </a:rPr>
              <a:t>时政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43984"/>
            <a:ext cx="3108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微软雅黑"/>
              </a:rPr>
              <a:t>金砖 · 习莫 · 油管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24612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364992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>
                <a:solidFill>
                  <a:srgbClr val="C41E3A"/>
                </a:solidFill>
                <a:latin typeface="Cambria"/>
                <a:ea typeface="宋体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133087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libri"/>
                <a:ea typeface="微软雅黑"/>
              </a:rPr>
              <a:t>科技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4443984"/>
            <a:ext cx="3108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微软雅黑"/>
              </a:rPr>
              <a:t>IPO · 放缓前沿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24612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3364992"/>
            <a:ext cx="31089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>
                <a:solidFill>
                  <a:srgbClr val="C41E3A"/>
                </a:solidFill>
                <a:latin typeface="Cambria"/>
                <a:ea typeface="宋体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4133087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7F4EF"/>
                </a:solidFill>
                <a:latin typeface="Calibri"/>
                <a:ea typeface="微软雅黑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4443984"/>
            <a:ext cx="31089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9C2B6"/>
                </a:solidFill>
                <a:latin typeface="Calibri"/>
                <a:ea typeface="微软雅黑"/>
              </a:rPr>
              <a:t>周六首发可核验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1115568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  <a:ea typeface="微软雅黑"/>
              </a:rPr>
              <a:t>今日主线：习近平中午抵新德里，下午在金砖第一阶段会议讲话并宣布明年任主席国；《新德里宣言》在伊阿妥协后通过。习莫会谈把「做伙伴」写成共识。特朗普在都柏林把停火绑上中期选举。科技栏：路透沪时凌晨入账英伟达锚定Anthropic IPO，阿莫迪发表《我们必须放缓前沿》。芯片与科学首发不足，已标明缺口。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第255期  ·  2026年9月12日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晨刊 · 时政开篇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C41E3A"/>
                </a:solidFill>
                <a:latin typeface="Cambria"/>
                <a:ea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68680"/>
            <a:ext cx="96926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44752"/>
            <a:ext cx="9692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星期六把一张会晤桌和一条油气管叠在一起：新德里交出宣言与双边共识，都柏林把停火写成选举日历。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21408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59152"/>
            <a:ext cx="106070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A1A"/>
                </a:solidFill>
                <a:latin typeface="Cambria"/>
                <a:ea typeface="宋体"/>
              </a:rPr>
              <a:t>「中国将于明年接任金砖主席国，主办金砖国家领导人第十九次会晤。中方愿同各方凝聚共识、开创未来，开启金砖合作第三个『金色十年』。」——习近平在新德里第一阶段会议讲话。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822191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48056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微软雅黑"/>
              </a:rPr>
              <a:t>金砖合作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828032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扩员后的「大金砖」第一次在新德里交出联合宣言。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3822191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做伙伴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48056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微软雅黑"/>
              </a:rPr>
              <a:t>习莫共识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828032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印方重申台藏立场不变，并支持中方下任主席国。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0999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3822191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104.61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448056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微软雅黑"/>
              </a:rPr>
              <a:t>美元 / 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4828032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布伦特周五收盘；周六特朗普称战后油价将大跌。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第255期  ·  2026年9月12日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晨刊 · 会晤桌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宋体"/>
              </a:rPr>
              <a:t>会晤桌与宣言稿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主席国交接写进讲话；中东措辞写进通宵谈判。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01　外交 · 新德里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习近平出席金砖第一阶段会议，宣布2027年任主席国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来源：新华社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当地时间12日中午，习近平乘专机抵新德里帕拉姆空军基地。下午出席金砖第十八次会晤第一阶段会议，发表《共担时代责任 勇做先锋力量》，提出创新、和平、文明互鉴与全球治理四点先锋定位，并倡议金砖人工智能赋能新型工业化。会议通过《新德里宣言》。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行程10日才宣布，12日才把主席国交接和中方倡议写成会场文本。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02　外交 · 新德里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《新德里宣言》通过：伊阿妥协，只写「最大限度克制」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来源：The Hindu / 新华社  ·  thehindu.com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莫迪主持闭门会一致通过宣言。伊方原求点名谴责美以开打，阿联酋求对等谴责伊袭邻国；通宵谈判后文本不点名交战方，只呼吁最大限度克制。莫迪称金砖「不针对任何人」，并提议主席国「三驾马车」。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五月外长会因伊阿分歧发不出声明，星期六才证明扩员后的机制还能形成文字。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第255期  ·  2026年9月12日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晨刊 · 双边桌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宋体"/>
              </a:rPr>
              <a:t>双边桌与场边桌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习莫把「做伙伴」写成共识；伊阿领导人在同一座馆里见面。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03　外交 · 新德里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习莫会谈：中印要做伙伴，印方重申台藏立场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来源：新华社 / 央视  ·  news.cctv.cn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习近平下午会见莫迪，提出战略认知、合作共赢、互尊互谅、多边协作四点。莫迪称愿做伙伴而非对手，发展对华关系不受第三方影响；台藏政策立场未变。双方同意维护边境安宁，印方支持中国明年任金砖主席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11日毛宁只写成「正在安排」，12日才把第三年会晤的共识句子落到纸上。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04　外交 · 新德里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佩泽希齐扬与阿布扎比王储在会场场边会面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来源：The Hindu  ·  thehindu.com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伊朗总统与阿布扎比王储哈立德在巴拉特·曼达帕姆场边会面，属近年少见的直接接触。佩泽希齐扬在场边活动中说，中东不需要「区域警察」，地区主权只能由区内国家保障。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宣言能通过，不只靠 sherpa 通宵改稿，还靠交战两侧的领导人肯坐进同一间侧厅。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第255期  ·  2026年9月12日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晨刊 · 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宋体"/>
              </a:rPr>
              <a:t>选举日历与替代航道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都柏林把停火绑上十一月；巴格达处理一条被关掉的管道。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05　外交 · 都柏林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特朗普在爱尔兰称战争将在中期选举后结束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来源：CNBC  ·  cnbc.com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特朗普12日在都柏林称，对伊战争「很可能就在中期选举后」结束，「油价会跟着掉下来」。他称伊朗「大概」要对沙特东向管道遇袭负责，并说已与穆罕默德王储通话；又称胡塞「打电话来说不想跟我们打」。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停火不再写成谈判桌时间表，而被写成美国选举日历。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06　能源 · 巴格达 / 马斯喀特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伊拉克围堵东向管道遇袭余波，马斯喀特拟周一谈航道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来源：美联社 / The Hill  ·  thehill.com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沙特周五关闭东向管道，因周四遭自伊拉克起飞的无人机袭击。伊拉克总理扎伊迪周六下令调查，感谢利雅得暂不报复。管道设计能力约700万桶/日。伊方与海湾官员拟周一在马斯喀特谈霍尔木兹航道。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霍尔木兹受阻之后，红海替代线也被关掉，原油出口更窄。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第255期  ·  2026年9月12日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晨刊 · 科技开篇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C41E3A"/>
                </a:solidFill>
                <a:latin typeface="Cambria"/>
                <a:ea typeface="宋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68680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89888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先记一笔沪时凌晨入账的史上最大IPO洽谈，再记一篇把「放缓前沿」写成单边承诺的长文。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121408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宋体"/>
              </a:rP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706624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微软雅黑"/>
              </a:rPr>
              <a:t>亿美元募资上限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090672"/>
            <a:ext cx="241401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Anthropic拟估值约2万亿美元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201168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121408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宋体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706624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微软雅黑"/>
              </a:rPr>
              <a:t>亿美元锚定盘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090672"/>
            <a:ext cx="241401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英伟达考虑在IPO中跟投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201168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21408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宋体"/>
              </a:rPr>
              <a:t>6–12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06624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微软雅黑"/>
              </a:rPr>
              <a:t>个月警报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90672"/>
            <a:ext cx="241401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阿莫迪担心代理集群接管互联网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2011680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2121408"/>
            <a:ext cx="2414016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宋体"/>
              </a:rPr>
              <a:t>缺口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706624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微软雅黑"/>
              </a:rPr>
              <a:t>芯片 / 科学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3090672"/>
            <a:ext cx="2414016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周六无交叉核验首发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06240"/>
            <a:ext cx="11155680" cy="21488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334256"/>
            <a:ext cx="10607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08576"/>
            <a:ext cx="106070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微软雅黑"/>
              </a:rPr>
              <a:t>未混入11日毛宁「正在安排」、普京抵印、国常会、IEA月报、五角大楼9/11、尼方1386、OpenAI金融版、燧原上市与《自然》两篇。未混入10日金砖行程、iPhone Duo、DeepSeek V4.1-Flash，以及7日麒麟9050 Pro与Mate XT 2发布。奥特曼《财富》访谈美东12日下午刊出，合沪时13日凌晨，未提前收入。芯片、科学期刊与国产互联网平台12日首发不足。Firecrawl 未安装鉴权。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第255期  ·  2026年9月12日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晨刊 · 科技稿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宋体"/>
              </a:rPr>
              <a:t>锚定盘与放缓令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一家实验室把估值写成两万亿；另一家把评估员写成可进办公桌的同事。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07　人工智能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路透：英伟达洽谈最多100亿美元锚定Anthropic 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来源：路透社 / 中央社  ·  reuters.com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路透时戳9月11日23:01 UTC（合沪时12日7:01）独家报道：Anthropic正洽谈让英伟达任基石投资人，拟募资最多1000亿美元、估值约2万亿美元；英伟达考虑跟投最多100亿美元。计划仍可能变动，目标赶在11月中期选举前完成。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卖铲人要进买方的公开发行，模型和芯片的资产负债表将被焊在同一张招股书上。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73936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08　人工智能 · 旧金山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11680"/>
            <a:ext cx="503834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A1A"/>
                </a:solidFill>
                <a:latin typeface="Cambria"/>
                <a:ea typeface="宋体"/>
              </a:rPr>
              <a:t>阿莫迪发表《我们必须放缓前沿》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微软雅黑"/>
              </a:rPr>
              <a:t>来源：darioamodei.com / 卫报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00400"/>
            <a:ext cx="50383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Anthropic首席执行官12日刊出长文，称递归自我改进加速，且OpenAI–Hugging Face代理集群事件说明失控风险。他主张「放缓」而非停训。公司单方面承诺向第三方评估员提供工位、工牌与雇员级权限。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5394960"/>
            <a:ext cx="503834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5458968"/>
            <a:ext cx="503834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60136"/>
            <a:ext cx="5038344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安全竞赛第一次被写成可核验的办公桌安排，而不只是模型卡附录。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B8B0A4"/>
                </a:solidFill>
                <a:latin typeface="Calibri"/>
                <a:ea typeface="微软雅黑"/>
              </a:rPr>
              <a:t>第255期 ·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08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21792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7F4EF"/>
                </a:solidFill>
                <a:latin typeface="Cambria"/>
                <a:ea typeface="宋体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7F4EF"/>
                </a:solidFill>
                <a:latin typeface="Cambria"/>
                <a:ea typeface="宋体"/>
              </a:rPr>
              <a:t>星期六不是星期五的复述：金砖从「正在安排」落成会场讲话、联合宣言和习莫共识。伊阿在同一座馆里让步，文本只写克制。特朗普把停火绑上中期选举，伊拉克处理一条被关掉的替代油管。科技栏交出一笔两万亿估值的IPO洽谈，和一篇把评估员请进行办公室的安全长文。芯片与科学首发不足，不拿首销日和旧论文补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9067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时政六条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83280"/>
            <a:ext cx="50292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1  习近平出席金砖第一阶段会议，宣布2027年任主席国
2  《新德里宣言》通过：伊阿妥协，只写「最大限度克制」
3  习莫会谈：中印要做伙伴，印方重申台藏立场
4  佩泽希齐扬与阿布扎比王储在会场场边会面
5  特朗普在爱尔兰称战争将在中期选举后结束
6  伊拉克围堵东向管道遇袭余波，马斯喀特拟周一谈航道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09067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科技二条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383280"/>
            <a:ext cx="50292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1  路透：英伟达洽谈最多100亿美元锚定Anthropic IPO
2  阿莫迪发表《我们必须放缓前沿》
信息不足：芯片流片、科学期刊与国产互联网平台12日无交叉核验首发。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5780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微软雅黑"/>
              </a:rPr>
              <a:t>方法：以 Asia/Shanghai 的昨天（2026-09-12，星期六）为采编窗口。路透英伟达稿时戳23:01 UTC（11日），合沪时12日7:01，按首发日收入。奥特曼《财富》访谈合沪时13日凌晨，未收入。Firecrawl 未安装鉴权。完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