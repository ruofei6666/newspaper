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F7F4EF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C9C2B6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u="none">
                <a:solidFill>
                  <a:srgbClr val="C9C2B6"/>
                </a:solidFill>
                <a:latin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8686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u="none">
                <a:solidFill>
                  <a:srgbClr val="C9C2B6"/>
                </a:solidFill>
                <a:latin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61872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4475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u="none">
                <a:solidFill>
                  <a:srgbClr val="C41E3A"/>
                </a:solidFill>
                <a:latin typeface="Calibri"/>
              </a:rPr>
              <a:t>第零零八期  ·  二零二六年九月二十九日  ·  星期二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u="none">
                <a:solidFill>
                  <a:srgbClr val="F7F4EF"/>
                </a:solidFill>
                <a:latin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u="none">
                <a:solidFill>
                  <a:srgbClr val="C9C2B6"/>
                </a:solidFill>
                <a:latin typeface="Calibri"/>
              </a:rPr>
              <a:t>只收录该日发生或该日首发的稿件。财政先给刚需贴息，实验室把一个光点写成千层楼。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 u="none">
                <a:solidFill>
                  <a:srgbClr val="C41E3A"/>
                </a:solidFill>
                <a:latin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u="none">
                <a:solidFill>
                  <a:srgbClr val="F7F4EF"/>
                </a:solidFill>
                <a:latin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C9C2B6"/>
                </a:solidFill>
                <a:latin typeface="Calibri"/>
              </a:rPr>
              <a:t>贴息 · 再贷款 · 岩屋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 u="none">
                <a:solidFill>
                  <a:srgbClr val="C41E3A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u="none">
                <a:solidFill>
                  <a:srgbClr val="F7F4EF"/>
                </a:solidFill>
                <a:latin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C9C2B6"/>
                </a:solidFill>
                <a:latin typeface="Calibri"/>
              </a:rPr>
              <a:t>极限 · 光子 · 生物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998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6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600" b="1" u="none">
                <a:solidFill>
                  <a:srgbClr val="C41E3A"/>
                </a:solidFill>
                <a:latin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6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u="none">
                <a:solidFill>
                  <a:srgbClr val="F7F4EF"/>
                </a:solidFill>
                <a:latin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6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C9C2B6"/>
                </a:solidFill>
                <a:latin typeface="Calibri"/>
              </a:rPr>
              <a:t>周二沪时首发可核验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321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F7F4EF"/>
                </a:solidFill>
                <a:latin typeface="Calibri"/>
              </a:rPr>
              <a:t>今日主线：三部门把首套房利息写成中央财政账单，央行把「六张网」写进抵押补充贷款。郭嘉昆在邦交正常化纪念日点名纠错，何立峰在大会堂见岩屋毅。霍尔木兹仍卡在核问题谁先迈步。中科院启动极限突破计划，上理工把单光束光存储送上《自然·光子学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u="none">
                <a:solidFill>
                  <a:srgbClr val="C41E3A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周一写完国常会与关税清单。周二轮到工具落地：贴息通知印发，再贷款额度上调，外交部在一个纪念日里同时谈东京与马尼拉。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83112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106984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u="none">
                <a:solidFill>
                  <a:srgbClr val="1A1A1A"/>
                </a:solidFill>
                <a:latin typeface="Cambria"/>
              </a:rPr>
              <a:t>“这是中央财政首次对商业性个人住房贷款进行贴息。”——财政部、中国人民银行、金融监管总局，新华社 29 日电。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352044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u="none">
                <a:solidFill>
                  <a:srgbClr val="C41E3A"/>
                </a:solidFill>
                <a:latin typeface="Cambria"/>
              </a:rPr>
              <a:t>18:01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u="none">
                <a:solidFill>
                  <a:srgbClr val="1A1A1A"/>
                </a:solidFill>
                <a:latin typeface="Calibri"/>
              </a:rPr>
              <a:t>房贷贴息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三部门通知 10 月 1 日起实施，年化一个百分点。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840480"/>
            <a:ext cx="352044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u="none">
                <a:solidFill>
                  <a:srgbClr val="C41E3A"/>
                </a:solidFill>
                <a:latin typeface="Cambria"/>
              </a:rPr>
              <a:t>18:39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u="none">
                <a:solidFill>
                  <a:srgbClr val="1A1A1A"/>
                </a:solidFill>
                <a:latin typeface="Calibri"/>
              </a:rPr>
              <a:t>货币政策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PSL 降至 1.5%，科创技改与支农支小加额。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0998" y="3840480"/>
            <a:ext cx="3520440" cy="23317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6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u="none">
                <a:solidFill>
                  <a:srgbClr val="C41E3A"/>
                </a:solidFill>
                <a:latin typeface="Cambria"/>
              </a:rPr>
              <a:t>17:20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6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u="none">
                <a:solidFill>
                  <a:srgbClr val="1A1A1A"/>
                </a:solidFill>
                <a:latin typeface="Calibri"/>
              </a:rPr>
              <a:t>例会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6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郭嘉昆谈中日四个政治文件，并驳菲律宾海图。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刚需先入账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国常会昨夜写稳楼市。本日才有可核对的面积、总价与分担比例。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1183112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175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200" b="1" u="none">
                <a:solidFill>
                  <a:srgbClr val="C41E3A"/>
                </a:solidFill>
                <a:latin typeface="Cambria"/>
              </a:rPr>
              <a:t>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u="none">
                <a:solidFill>
                  <a:srgbClr val="4A5568"/>
                </a:solidFill>
                <a:latin typeface="Calibri"/>
              </a:rPr>
              <a:t>年化贴息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017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01　民生 · 北京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1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u="none">
                <a:solidFill>
                  <a:srgbClr val="1A1A1A"/>
                </a:solidFill>
                <a:latin typeface="Cambria"/>
              </a:rPr>
              <a:t>单户上限
100 万元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中央财政承担九成
实施期暂定一年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7223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u="none">
                <a:solidFill>
                  <a:srgbClr val="1A1A1A"/>
                </a:solidFill>
                <a:latin typeface="Cambria"/>
              </a:rPr>
              <a:t>首套房利息改由财政分担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88920"/>
            <a:ext cx="7223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u="none">
                <a:solidFill>
                  <a:srgbClr val="4A5568"/>
                </a:solidFill>
                <a:latin typeface="Calibri"/>
              </a:rPr>
              <a:t>来源：新华社 / 财政部　·　news.cn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80"/>
            <a:ext cx="72237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1A1A1A"/>
                </a:solidFill>
                <a:latin typeface="Calibri"/>
              </a:rPr>
              <a:t>财政部等三部门 29 日宣布，10 月 1 日起对不超过 120 平方米、总价不超过 150 万元的新发放首套房商贷，按本金年化 1 个百分点贴息、最长 5 年，单户上限 100 万元。实施期暂定一年，中央财政承担九成。这是中央财政首次对商业性个人房贷贴息。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983480"/>
            <a:ext cx="7223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120640"/>
            <a:ext cx="7223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394960"/>
            <a:ext cx="72237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稳楼市从供给端收储存量，第一次直接改写刚需家庭的月供账单。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工具加码，服务业对账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一边给政策性银行降成本，一边把四月的服务业文件拆成半年来的进度表。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宏观 ·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再贷款改写六张网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来源：新华社　·　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央行 29 日下调一年期 PSL 利率 0.25 个百分点至 1.5%，并将水网、电网、算力网等「六张网」纳入支持。科创技改再贷款额度增 2000 亿元至 1.4 万亿元，支持比例提至 100%；支农支小再贷款增 5000 亿元，其中民企再贷款增 3000 亿元。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这是对国常会增量政策的当日兑现：利率、额度与投向同时改写。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产业 ·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服务业交出半年账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来源：新华社 / 发改委　·　ifeng.com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发改委 29 日介绍服务业扩能提质进展：会同 40 个部门确定 131 项任务，半年来已出台 81 项配套，超六成重点工作取得明显进展；27 个省份召开省级服务业大会。前 7 个月境外人员在华消费同比增长 27.8%。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四月文件第一次被拆成可核对的配套条数与地方落地进度。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纪念日里的两条战线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例会谈四个政治文件。大会堂见一位愿意来北京的前外相。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外交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54 周年点名纠错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来源：外交部　·　mfa.gov.cn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郭嘉昆 29 日在《中日联合声明》发表 54 周年记者会上说，四个政治文件是中日关系根基，敦促日方纠正涉台错误言行。同场回应菲律宾新版「海图」将中业岛、马欢岛列入，称其非法无效。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邦交正常化纪念日被写成纠错期限，南海岛礁争议同场被点名。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外交 ·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何立峰见岩屋毅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来源：共同社 / 读卖新闻　·　kyodonews.net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何立峰 29 日在人民大会堂会见日本国贸促会长、前外相岩屋毅，指日中关系困难源于部分政客挑战台湾问题红线，同时表示经贸合作仍可推进。岩屋提出稀土等两用物项与邦人安全关切。这是高市答辩后中方高层连续第二天会见日方人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官方渠道冷却时，北京用友好团体维持接触，并把红线说给东京听。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海峡仍卡在先后顺序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周六口头拒绝之后，纽约的间接谈判并未停。核问题被写成终战前提。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90372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06　中东 · 纽约 / 德黑兰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6446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调解方把核问题送上桌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来源：半岛电视台　·　aljazeera.com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64465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1A1A1A"/>
                </a:solidFill>
                <a:latin typeface="Calibri"/>
              </a:rPr>
              <a:t>伊朗外长阿拉奇 29 日报道中在纽约会见卡塔尔调解方，讨论重开霍尔木兹条件，并称将离纽约等美方正式答复。美官员对半岛电视台称间接谈判「积极建设性」，但核问题不解决则无终战协议。特朗普周六已称伊方七日方案「不可接受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644652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64465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6446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28 日刊只写「稿子还在改」。本日第一次把核问题写成美方终战前提。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783080"/>
            <a:ext cx="4050791" cy="205740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657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u="none">
                <a:solidFill>
                  <a:srgbClr val="C41E3A"/>
                </a:solidFill>
                <a:latin typeface="Cambria"/>
              </a:rPr>
              <a:t>7日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6060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u="none">
                <a:solidFill>
                  <a:srgbClr val="1A1A1A"/>
                </a:solidFill>
                <a:latin typeface="Calibri"/>
              </a:rPr>
              <a:t>复航方案仍搁置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907792"/>
            <a:ext cx="3657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u="none">
                <a:solidFill>
                  <a:srgbClr val="4A5568"/>
                </a:solidFill>
                <a:latin typeface="Calibri"/>
              </a:rPr>
              <a:t>伊方要先解冻资产、解除封锁；美方要核进展同步换制裁。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023360"/>
            <a:ext cx="4050791" cy="219456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4160520"/>
            <a:ext cx="3657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u="none">
                <a:solidFill>
                  <a:srgbClr val="C41E3A"/>
                </a:solidFill>
                <a:latin typeface="Cambria"/>
              </a:rPr>
              <a:t>12.8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84632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u="none">
                <a:solidFill>
                  <a:srgbClr val="1A1A1A"/>
                </a:solidFill>
                <a:latin typeface="Calibri"/>
              </a:rPr>
              <a:t>百万桶 / 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5138928"/>
            <a:ext cx="3657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u="none">
                <a:solidFill>
                  <a:srgbClr val="4A5568"/>
                </a:solidFill>
                <a:latin typeface="Calibri"/>
              </a:rPr>
              <a:t>路透援引 Kpler：中东原油出口 9 月回升，仍低于战前 1880 万桶。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u="none">
                <a:solidFill>
                  <a:srgbClr val="C41E3A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周二的科学栏不再留白。中科院改评价规则，上理工把一个光点写成 1024 种状态，科技部交出十五五攻关清单，微软给生物学世界模型起了名字。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u="none">
                <a:solidFill>
                  <a:srgbClr val="C41E3A"/>
                </a:solidFill>
                <a:latin typeface="Cambri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libri"/>
              </a:rPr>
              <a:t>首批项目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极限突破计划覆盖新元素、暗物质、人工细胞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u="none">
                <a:solidFill>
                  <a:srgbClr val="C41E3A"/>
                </a:solidFill>
                <a:latin typeface="Cambria"/>
              </a:rPr>
              <a:t>0.4PB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libri"/>
              </a:rPr>
              <a:t>理论容量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DVD 尺寸介质，单点 1024 级灰度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u="none">
                <a:solidFill>
                  <a:srgbClr val="C41E3A"/>
                </a:solidFill>
                <a:latin typeface="Cambria"/>
              </a:rPr>
              <a:t>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libri"/>
              </a:rPr>
              <a:t>研发强度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2025 年全社会研发投入首超 OECD 均值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48840"/>
            <a:ext cx="2651760" cy="2148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u="none">
                <a:solidFill>
                  <a:srgbClr val="C41E3A"/>
                </a:solidFill>
                <a:latin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libri"/>
              </a:rPr>
              <a:t>国内发射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检索未见 29 日长征或商业火箭通稿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1183112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19472"/>
            <a:ext cx="106984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F7F4EF"/>
                </a:solidFill>
                <a:latin typeface="Calibri"/>
              </a:rPr>
              <a:t>未混入：国常会、三百亿品类、星舰第 14 次入轨、英伟达护栏、Astra 十月档期、openPangu-2.0（已见 28 日刊）。OpenAI Jalapeño 为 6 月首发；富士通 MONAKA 为 14 日稿；新思 AgentEngineer、Gimlet–Cerebras、Manus 2.0 均为 28 日公司稿。OpenAI 开发者日 Dots / GPT-6.1 Sol 的英文首发落在沪时 30 日凌晨之后，留给次日刊。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评价改规则，光盘改维度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一个计划允许失败。一篇论文让单个记录点不再只有 0 和 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科研 ·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极限计划允许失败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来源：新华社　·　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中科院 29 日发布「科学前沿极限突破计划」及首批 10 个项目，聚焦新元素合成、暗物质暗能量、化学键微观测量、人工合成细胞等。周琪称将以大科学装置和人工智能赋能科研为抓手，试点减少预设目标、不唯论文、宽容失败。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基础研究第一次被写成可失败的建制化计划，而不是年度论文指标。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存储 ·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一个光点存千层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来源：新华社 / 《自然·光子学》　·　nature.com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上理工顾敏、张启明团队 29 日在《自然·光子学》发表单光束多维光存储：单个三维记录点可区分 1024 级灰度，DVD 尺寸介质理论容量约 0.4 拍字节，读取可靠性超 99.99%。写入与读取各用单束光，避开双光束配准瓶颈。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这是 29 日可核验的顶刊首发：容量不再只靠缩小光点，而靠一个点存更多信息。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1A1A1A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4A5568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1A1A1A"/>
                </a:solidFill>
                <a:latin typeface="Cambria"/>
              </a:rPr>
              <a:t>攻关清单与世界模型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4A5568"/>
                </a:solidFill>
                <a:latin typeface="Calibri"/>
              </a:rPr>
              <a:t>北京谈集成电路全链条。雷德蒙德把基因组和湿实验接进同一套界面。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09　政策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十五五写下攻关单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来源：科技部 / 中新社　·　most.gov.cn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阴和俊 29 日在国新办介绍「十五五」科技强国建设：2025 年全社会研发投入超 3.92 万亿元、占 GDP 2.8%，首次超过 OECD 平均；国家创新能力综合排名全球第 9。将全链条攻关集成电路、工业母机、高端仪器，并加强人工智能赋能科学研究。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开局之年把芯片、母机、仪器写成同一条攻坚链，AI 被明确写成科研方法。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10　人工智能 · 雷德蒙德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u="none">
                <a:solidFill>
                  <a:srgbClr val="1A1A1A"/>
                </a:solidFill>
                <a:latin typeface="Cambria"/>
              </a:rPr>
              <a:t>生物学有了世界模型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4A5568"/>
                </a:solidFill>
                <a:latin typeface="Calibri"/>
              </a:rPr>
              <a:t>来源：微软研究院　·　publicnow.com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1A1A1A"/>
                </a:solidFill>
                <a:latin typeface="Calibri"/>
              </a:rPr>
              <a:t>微软研究院 29 日发布实验性生物 AI 系统 Quine，把基因组、蛋白质、细胞状态与文献、湿实验连成同一套研究界面。与 Broad 研究所合作，用其在一个周末内筛出可推动胰腺癌细胞状态转变的候选化合物，部分获湿实验验证。目前仅向 Fellows 与合作方开放。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1270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1023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u="none">
                <a:solidFill>
                  <a:srgbClr val="C41E3A"/>
                </a:solidFill>
                <a:latin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340096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4A5568"/>
                </a:solidFill>
                <a:latin typeface="Calibri"/>
              </a:rPr>
              <a:t>这不是又一个结构预测模型，而是把「该做哪组实验」交给可干预的世界模型。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F7F4EF"/>
                </a:solidFill>
                <a:latin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u="none">
                <a:solidFill>
                  <a:srgbClr val="C9C2B6"/>
                </a:solidFill>
                <a:latin typeface="Calibri"/>
              </a:rPr>
              <a:t>第008期  ·  2026年9月29日  ·  星期二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u="none">
                <a:solidFill>
                  <a:srgbClr val="C41E3A"/>
                </a:solidFill>
                <a:latin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u="none">
                <a:solidFill>
                  <a:srgbClr val="C9C2B6"/>
                </a:solidFill>
                <a:latin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868680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u="none">
                <a:solidFill>
                  <a:srgbClr val="C9C2B6"/>
                </a:solidFill>
                <a:latin typeface="Calibri"/>
              </a:rPr>
              <a:t>第008期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43584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u="none">
                <a:solidFill>
                  <a:srgbClr val="F7F4EF"/>
                </a:solidFill>
                <a:latin typeface="Cambria"/>
              </a:rPr>
              <a:t>贴息入账，光点扩容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u="none">
                <a:solidFill>
                  <a:srgbClr val="E8E2D8"/>
                </a:solidFill>
                <a:latin typeface="Calibri"/>
              </a:rPr>
              <a:t>三部门把刚需月供写成中央财政账单，央行把算力网写进抵押补充贷款。郭嘉昆在纪念日点名纠错，何立峰在大会堂见岩屋。霍尔木兹仍卡在核问题谁先迈步。中科院允许失败，上理工让一个光点区分一千零二十四态，科技部交出芯片与母机清单，微软给生物学世界模型起了名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C41E3A"/>
                </a:solidFill>
                <a:latin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93776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F7F4EF"/>
                </a:solidFill>
                <a:latin typeface="Calibri"/>
              </a:rPr>
              <a:t>1. 首套房利息改由财政分担
2. 再贷款改写六张网
3. 服务业交出半年账
4. 54 周年点名纠错
5. 何立峰见岩屋毅
6. 调解方把核问题送上桌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3101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C41E3A"/>
                </a:solidFill>
                <a:latin typeface="Calibri"/>
              </a:rPr>
              <a:t>科技四条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611880"/>
            <a:ext cx="493776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u="none">
                <a:solidFill>
                  <a:srgbClr val="F7F4EF"/>
                </a:solidFill>
                <a:latin typeface="Calibri"/>
              </a:rPr>
              <a:t>1. 极限计划允许失败
2. 一个光点存千层
3. 十五五写下攻关单
4. 生物学有了世界模型
产业芯片栏偏薄；开发者日留给次日刊。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u="none">
                <a:solidFill>
                  <a:srgbClr val="C9C2B6"/>
                </a:solidFill>
                <a:latin typeface="Calibri"/>
              </a:rPr>
              <a:t>日期窗口：Asia/Shanghai 2026-09-29 00:00 至 2026-09-30 00:00。交叉来源：新华社、财政部、外交部、科技部、中新社、共同社、读卖新闻、半岛电视台、发改委、《自然·光子学》、微软研究院。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u="none">
                <a:solidFill>
                  <a:srgbClr val="C41E3A"/>
                </a:solidFill>
                <a:latin typeface="Calibri"/>
              </a:rPr>
              <a:t>每日时政科技简报 · 第008期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