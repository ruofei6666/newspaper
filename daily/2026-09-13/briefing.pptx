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</a:rPr>
              <a:t>第256期  ·  2026年9月13日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THE MORNING DISPATCH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1183112" cy="101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749808"/>
            <a:ext cx="146304" cy="1463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94944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C2B6"/>
                </a:solidFill>
                <a:latin typeface="Calibri"/>
                <a:ea typeface="Microsoft YaHei"/>
              </a:rPr>
              <a:t>ASIA / SHANGHAI　昨日新闻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9494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mbria"/>
                <a:ea typeface="Microsoft YaHei"/>
              </a:rPr>
              <a:t>第贰伍陆期  ·  星期日晨刊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F7F4EF"/>
                </a:solidFill>
                <a:latin typeface="Cambria"/>
                <a:ea typeface="Microsoft YaHei"/>
              </a:rPr>
              <a:t>每日时政科技简报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21408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C2B6"/>
                </a:solidFill>
                <a:latin typeface="Calibri"/>
                <a:ea typeface="Microsoft YaHei"/>
              </a:rPr>
              <a:t>只收录该日发生或该日首发的稿件，拒绝转载拼盘。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3529584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74320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Microsoft YaHei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58444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</a:rPr>
              <a:t>时政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877056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</a:rPr>
              <a:t>金砖二阶 · 海峡 · 列车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2651760"/>
            <a:ext cx="3529584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74320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8444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</a:rPr>
              <a:t>科技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877056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</a:rPr>
              <a:t>异构推理 · 访谈 · Siri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2651760"/>
            <a:ext cx="3529584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74320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Microsoft YaHei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358444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</a:rPr>
              <a:t>合计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877056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</a:rPr>
              <a:t>周日首发可核验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11183112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</a:rPr>
              <a:t>今日主线：习近平在新德里第二阶段会议交出五项务实倡议，王毅当晚把此访写成三个战略性目标。霍尔木兹再有商船起火，阿曼航道会延期；特朗普在爱尔兰把「留下并拿走石油」与停打俄柴油一并说出。科技栏：廊坊算力大会首发国产GPU加类脑芯片混合推理，《财富》访谈合沪时凌晨入账，海瑟凌晨揭开iOS 27选择加入训练条款。科学期刊与海外芯片流片首发不足，已标明缺口。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第256期  ·  2026年9月13日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时政开篇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280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 i="0">
                <a:solidFill>
                  <a:srgbClr val="C41E3A"/>
                </a:solidFill>
                <a:latin typeface="Cambria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804672"/>
            <a:ext cx="98755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371600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</a:rPr>
              <a:t>星期天把会晤桌的第二场、一条被延期的航道会和一列靠近北约边境的客车叠在同一张版面上。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75104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66543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引　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40864"/>
            <a:ext cx="10607040" cy="8961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Microsoft YaHei"/>
              </a:rPr>
              <a:t>「『大金砖』要有大作为、实现大发展，就必须筑牢务实合作根基。」——习近平在新德里第二阶段会议讲话，并宣布率先建设金砖国家人工智能开源专区。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84448"/>
            <a:ext cx="3529584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730752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Microsoft YaHei"/>
              </a:rPr>
              <a:t>5项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526280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务实倡议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864608"/>
            <a:ext cx="316382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开源专区、特殊经济区、数字云平台、智能工厂、工程师联盟。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3584448"/>
            <a:ext cx="3529584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730752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Microsoft YaHei"/>
              </a:rPr>
              <a:t>24h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526280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近10场活动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864608"/>
            <a:ext cx="316382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王毅把此访收束为增效、赋能、领航三个目标。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584448"/>
            <a:ext cx="3529584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3730752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Microsoft YaHei"/>
              </a:rPr>
              <a:t>2km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4526280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距波兰边境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4864608"/>
            <a:ext cx="316382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基辅至华沙客车机车遇袭，206人，无人伤亡。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第256期  ·  2026年9月13日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会晤桌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1556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</a:rPr>
              <a:t>第二场会与收束稿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33856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上午把倡议写成会场文本；夜里把行程写成三个目标。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5440680" cy="4828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73736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6"/>
            <a:ext cx="49286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01　外交 · 新德里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956816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Microsoft YaHei"/>
              </a:rPr>
              <a:t>习近平出席金砖第二阶段会议，提出五项务实倡议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07792"/>
            <a:ext cx="50383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来源：外交部 / 新华社　·　fmprc.gov.cn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18688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当地时间13日上午，习近平在新德里出席金砖第十八次会晤第二阶段会议，发表《筑牢金砖合作根基 壮大全球南方力量》。他提出人工智能开源普惠、贸易投资便利化、数字产业合作、智能制造、科技育才五项倡议，并称将率先建设金砖人工智能开源专区。普京、佩泽希齐扬、塞西等出席，莫迪主持。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285232"/>
            <a:ext cx="503834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583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77840"/>
            <a:ext cx="503834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12日只写下主席国交接与四点先锋，13日才把开源专区和智能工厂写成可核对的合作清单。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36192"/>
            <a:ext cx="5440680" cy="4828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73736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682496"/>
            <a:ext cx="49286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02　外交 · 随行总结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56816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Microsoft YaHei"/>
              </a:rPr>
              <a:t>王毅谈此访：不到24小时近10场，三个战略性目标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907792"/>
            <a:ext cx="50383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来源：外交部　·　mfa.gov.cn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18688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行程结束之际，王毅向随行记者介绍：习近平在新德里不到24小时出席近10场活动，实现为金砖合作增效、为全球南方赋能、为中印关系领航三个目标。他强调中印最重要共识是「做伙伴」，明年中国将迎来第四个金砖「中国年」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5285232"/>
            <a:ext cx="503834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3583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577840"/>
            <a:ext cx="503834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12日的习莫会谈是会场实录，13日23:05才由外长把「做伙伴」写进官方收束口径。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第256期  ·  2026年9月13日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双栏对照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</a:rPr>
              <a:t>海峡火与高尔夫外交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33856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马斯喀特改期；敦贝格把石油写成去留选项。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5440680" cy="4828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73736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6"/>
            <a:ext cx="49286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03　能源 · 霍尔木兹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956816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Microsoft YaHei"/>
              </a:rPr>
              <a:t>霍尔木兹商船遇袭，阿曼航道会延期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07792"/>
            <a:ext cx="50383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来源：路透社　·　reuters.com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18688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英海事贸易行动处称，一艘过峡商船遭不明投射物击中起火、船员撤离；伊方称其商船在格什姆岛附近遇袭，1死4伤。阿曼外交大臣当晚宣布原定14日地区航道会「为求共识」延期。延布库存据信仅能支撑东向管道关停后5至7天出口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285232"/>
            <a:ext cx="503834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583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77840"/>
            <a:ext cx="503834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12日还把周一航道会写成希望，13日夜里希望被改期，替代线库存开始倒数。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36192"/>
            <a:ext cx="5440680" cy="4828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73736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682496"/>
            <a:ext cx="49286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04　外交 · 敦贝格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56816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Microsoft YaHei"/>
              </a:rPr>
              <a:t>特朗普称可「留下并拿走石油」，并要乌方停打俄柴油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907792"/>
            <a:ext cx="50383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来源：路透社　·　reuters.com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18688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特朗普13日在爱尔兰敦贝格称，对伊战争或于中期选举后结束，伊方「不断来电」求和；又称美方「最终会撤出，除非决定留下并像委内瑞拉那样拿走石油」。他同时要求泽连斯基停止打击俄柴油设施。美国柴油零售价已破每加仑6美元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5285232"/>
            <a:ext cx="503834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3583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577840"/>
            <a:ext cx="503834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星期六只把停火绑上选举日历，星期天把油田写成占领期权，并把乌克兰无人机写成油价的另一半解释。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第256期  ·  2026年9月13日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边境与高原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</a:rPr>
              <a:t>边境列车与高原数字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33856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一列客车烧到北约门口；尼方遇难再加两人。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5440680" cy="4828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73736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6"/>
            <a:ext cx="49286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05　安全 · 亚戈丁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956816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Microsoft YaHei"/>
              </a:rPr>
              <a:t>俄无人机击中基辅至华沙客运列车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07792"/>
            <a:ext cx="50383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来源：卫报 / 《印度教徒报》　·　theguardian.com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18688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乌波双方称，俄无人机13日击中基辅开往华沙客运列车机车，距波兰边境约2公里，车上约206人，无人伤亡，列车延误逾6小时。波兰外长西科尔斯基称「普京正在升级」；乌外长称「普京的恐怖正敲打欧盟与北约的大门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285232"/>
            <a:ext cx="503834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583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77840"/>
            <a:ext cx="503834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维特科夫与库什纳穿梭未破局之后，战场第一次把客运机车烧到距北约边境两公里处。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36192"/>
            <a:ext cx="5440680" cy="4828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73736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682496"/>
            <a:ext cx="49286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06　灾害 · 加德满都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56816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Microsoft YaHei"/>
              </a:rPr>
              <a:t>尼泊尔泥石流遇难升至1388人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907792"/>
            <a:ext cx="50383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来源：央视新闻（大风转引）　·　163.com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18688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据央视新闻援引尼泊尔警方，截至当地时间13日8时，泥石流灾害遇难人数升至1388人。此前官方截至11日19时为1386人遇难、5130人失联。8月26日冰川崩塌引发跨境泥石流以来，搜救已进入第三周。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5285232"/>
            <a:ext cx="503834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3583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577840"/>
            <a:ext cx="503834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数字只加两人，但说明第三周仍在从河谷里往外抬遗体，失联盘仍停在五千以上。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第256期  ·  2026年9月13日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科技开篇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280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 i="0">
                <a:solidFill>
                  <a:srgbClr val="C41E3A"/>
                </a:solidFill>
                <a:latin typeface="Cambria"/>
                <a:ea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804672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335024"/>
            <a:ext cx="9875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星期天先记廊坊一条国产异构推理首发，再记两篇沪时凌晨入账的海外稿。科学期刊与海外芯片流片当日首发不足。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84831"/>
            <a:ext cx="2615184" cy="1874519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176272"/>
            <a:ext cx="23591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Microsoft YaHei"/>
              </a:rPr>
              <a:t>1×+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834640"/>
            <a:ext cx="23591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</a:rPr>
              <a:t>推理与能效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127248"/>
            <a:ext cx="235915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较同类国产GPU集群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084831"/>
            <a:ext cx="2615184" cy="1874519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2176272"/>
            <a:ext cx="23591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Microsoft YaHei"/>
              </a:rPr>
              <a:t>0:38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834640"/>
            <a:ext cx="23591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</a:rPr>
              <a:t>沪时入账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127248"/>
            <a:ext cx="235915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《财富》专访首发时刻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084831"/>
            <a:ext cx="2615184" cy="1874519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76272"/>
            <a:ext cx="23591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Microsoft YaHei"/>
              </a:rPr>
              <a:t>iOS27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834640"/>
            <a:ext cx="23591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</a:rPr>
              <a:t>选择加入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27248"/>
            <a:ext cx="235915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Siri交互可被存作训练样本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2084831"/>
            <a:ext cx="2615184" cy="1874519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2176272"/>
            <a:ext cx="23591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Microsoft YaHei"/>
              </a:rPr>
              <a:t>缺口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834640"/>
            <a:ext cx="23591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</a:rPr>
              <a:t>芯片 / 科学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127248"/>
            <a:ext cx="235915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周日无交叉核验流片或期刊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33087"/>
            <a:ext cx="11183112" cy="2286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242816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编辑观察 · 排除清单与缺口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535424"/>
            <a:ext cx="1060704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</a:rPr>
              <a:t>未混入12日第一阶段讲话、《新德里宣言》、习莫会谈、阿莫迪长文、英伟达锚定Anthropic IPO，以及11日国常会、10日iPhone Duo、9日CUDA 13.4、8月Jalapeño、7月LingBot-World与Science心脏图谱、9月3日科大量子定位。图灵量子Gen3为12日下午首发。Anthropic连续两季盈利稿时戳13日22:54 UTC，合沪时14日6:54，未提前收入。科学期刊与海外芯片流片首发不足。Firecrawl 已安装但未鉴权。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第256期  ·  2026年9月13日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稿件卡片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</a:rPr>
              <a:t>廊坊机柜与旧金山访谈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33856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一套国产异构推理下午亮相；一篇专访在沪时凌晨把上市年改掉。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6263640" cy="4828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73736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6"/>
            <a:ext cx="57515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07　算力 · 廊坊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956816"/>
            <a:ext cx="586130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Microsoft YaHei"/>
              </a:rPr>
              <a:t>移动云发布国产GPU+类脑芯片异构混合推理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07792"/>
            <a:ext cx="58613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来源：央广网 / 财联社　·　cnr.cn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18688"/>
            <a:ext cx="586130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中国算力大会「首创首发」专场上，移动云联合南湖研究院、灵汐科技、天数智芯、清华、北大发布国内首个国产GPU+类脑芯片大模型异构混合推理系统。Attention交GPU、FFN交类脑芯片，DeepSeek V4 Flash实测较同类国产GPU集群推理与能效提升一倍以上、运营成本降超40%。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285232"/>
            <a:ext cx="586130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58384"/>
            <a:ext cx="58613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77840"/>
            <a:ext cx="586130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它把「跟制程」改写成「拆模块」：用类脑芯片给国产GPU加涡轮，而不是再等一张更先进的光罩。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8312" y="1536192"/>
            <a:ext cx="4617720" cy="4828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173736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2" y="1682496"/>
            <a:ext cx="41056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08　人工智能 · 旧金山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1956816"/>
            <a:ext cx="421538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Microsoft YaHei"/>
              </a:rPr>
              <a:t>奥特曼《财富》访谈：最强模型暂不可安全部署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907792"/>
            <a:ext cx="421538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来源：《财富》　·　fortune.com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218688"/>
            <a:ext cx="421538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《财富》美东12日12:38专访（合沪时13日0:38）中，奥特曼称对齐与可监测性尚不足以继续推进最强未发布模型，2026年上市「不合时宜」，并暗示实验室间安全协议在谈。他称若需暂停训练，不怕与投资人对着干。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5285232"/>
            <a:ext cx="421538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5358384"/>
            <a:ext cx="421538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577840"/>
            <a:ext cx="421538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12日阿莫迪把评估员写成办公桌安排，13日凌晨奥特曼才把「推不动」和「今年不上市」写成同一篇访谈。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第256期  ·  2026年9月13日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选择加入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1183112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Microsoft YaHei"/>
              </a:rPr>
              <a:t>选择加入的句号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33856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一句「绝不用于训练」被改成附条件的从句。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6492240" cy="48280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73736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6"/>
            <a:ext cx="59801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09　平台 · 库比蒂诺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956816"/>
            <a:ext cx="608990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Microsoft YaHei"/>
              </a:rPr>
              <a:t>海瑟：iOS 27拟以选择加入方式用Siri交互训练模型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07792"/>
            <a:ext cx="60899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来源：heise online　·　heise.de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18688"/>
            <a:ext cx="608990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德国heise 13日0:12中欧夏令时报道，iOS 27预发布隐私政策写明，苹果可存储完整Siri与听写交互（含音频与转写）用于改进自有语言模型；激活时弹出选择加入。责任AI指南删去「绝不用于训练基础模型」的句号，改为「除非你明确选择帮助改进」。公开版定于14日推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285232"/>
            <a:ext cx="6089904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58384"/>
            <a:ext cx="608990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577840"/>
            <a:ext cx="6089904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10日发布会还在卖端侧隐私，13日凌晨预发布条款把同一套交互写成可被训练的样本。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12" y="1536192"/>
            <a:ext cx="4389120" cy="4828032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1755648"/>
            <a:ext cx="395020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</a:rPr>
              <a:t>信息不足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084831"/>
            <a:ext cx="395020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7F4EF"/>
                </a:solidFill>
                <a:latin typeface="Cambria"/>
                <a:ea typeface="Microsoft YaHei"/>
              </a:rPr>
              <a:t>芯片流片与科学期刊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2834640"/>
            <a:ext cx="3950208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C9C2B6"/>
                </a:solidFill>
                <a:latin typeface="Calibri"/>
                <a:ea typeface="Microsoft YaHei"/>
              </a:rPr>
              <a:t>13日未见可交叉核验的海外芯片流片或量产公告，也未见《自然》《科学》当日首发论文。不以12日图灵量子Gen3、9日CUDA 13.4、7月LingBot-World、7月Science心脏图谱或9月3日科大量子定位复述凑数。国产互联网平台除算力大会首发外，未见新的产品上线。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</a:rPr>
              <a:t>第256期  ·  2026年9月13日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01168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09 /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30352"/>
            <a:ext cx="11183112" cy="101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7F4EF"/>
                </a:solidFill>
                <a:latin typeface="Cambria"/>
                <a:ea typeface="Microsoft YaHei"/>
              </a:rPr>
              <a:t>本日判断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83112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7F4EF"/>
                </a:solidFill>
                <a:latin typeface="Cambria"/>
                <a:ea typeface="Microsoft YaHei"/>
              </a:rPr>
              <a:t>星期天不是星期六的复述：金砖从第一场先锋讲话落到第二场五项倡议，王毅夜里把不到24小时写成三个目标。霍尔木兹再有船只起火，阿曼把周一航道会改期；特朗普在敦贝格把油田写成去留期权。一列开往华沙的客车在距波兰两公里处被烧掉机车。科技栏交出一套国产异构推理、一篇把上市年改掉的访谈，和一条把「绝不训练」改成选择加入的预发布条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5440680" cy="26060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94436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</a:rPr>
              <a:t>时政六条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36976"/>
            <a:ext cx="502920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</a:rPr>
              <a:t>1  习近平出席金砖第二阶段会议，提出五项务实倡议
2  王毅谈此访：不到24小时近10场，三个战略性目标
3  霍尔木兹商船遇袭，阿曼航道会延期
4  特朗普称可「留下并拿走石油」，并要乌方停打俄柴油
5  俄无人机击中基辅至华沙客运列车
6  尼泊尔泥石流遇难升至1388人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834640"/>
            <a:ext cx="5440680" cy="26060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94436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</a:rPr>
              <a:t>科技三条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3236976"/>
            <a:ext cx="502920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</a:rPr>
              <a:t>7  移动云发布国产GPU+类脑芯片异构混合推理
8  奥特曼《财富》访谈：最强模型暂不可安全部署
9  海瑟：iOS 27拟以选择加入方式用Siri交互训练模型
科学期刊与海外芯片流片首发不足，已标明缺口。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59552"/>
            <a:ext cx="1118311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</a:rPr>
              <a:t>方法：以 Asia/Shanghai 昨天（2026-09-13）为窗口，只收该日发生或该日首发。《财富》美东12日12:38合沪时13日0:38；heise 13日0:12 CEST合沪时13日6:12。未混入12日金砖开幕稿与阿莫迪长文。Firecrawl 已安装但未鉴权。完 · 可与 briefing.html 对照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