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ea typeface="STSong"/>
                <a:cs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第032期 · 2026年10月23日 ·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5603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85216"/>
            <a:ext cx="11277295" cy="9144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868680"/>
            <a:ext cx="146304" cy="14630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841248"/>
            <a:ext cx="5943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THE MORNING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841248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ASIA / SHANGHAI　昨日新闻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70432"/>
            <a:ext cx="11277295" cy="2286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07008"/>
            <a:ext cx="11277295" cy="10972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53312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第零叁贰期 · 二零二六年十月二十三日 · 星期五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F7F4EF"/>
                </a:solidFill>
                <a:latin typeface="Cambria"/>
                <a:ea typeface="STSong"/>
                <a:cs typeface="STSong"/>
              </a:rPr>
              <a:t>每日时政科技简报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16352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只收录该日发生或该日首发的稿件。雄安把全球治理写成八项行动。中南海把人口与服务业写进同一场国常会。那曲把高原浅源震写成可核对的伤亡账。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11880"/>
            <a:ext cx="3566160" cy="141732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03320"/>
            <a:ext cx="31546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315968"/>
            <a:ext cx="3154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时政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617720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论坛 · 国常会 · 震情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15384" y="3611880"/>
            <a:ext cx="3566160" cy="141732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3703320"/>
            <a:ext cx="31546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4315968"/>
            <a:ext cx="3154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科技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4617720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规划 · 发射 · 开源权重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3568" y="3611880"/>
            <a:ext cx="3566160" cy="141732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3703320"/>
            <a:ext cx="31546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4315968"/>
            <a:ext cx="3154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合计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4617720"/>
            <a:ext cx="3154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周五沪时首发可核验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12080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今日主线：习近平向2026全球治理论坛（雄安）致信，王毅宣布八项行动并发布外空治理立场。李强国常会研究人口与服务业。施泰因迈尔将访华。巴青地震核账16死76伤。财政部公布前三季度账。白宫称奥列什基局部停火。信息化「十五五」规划印发。长六改发射遥感五十号03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第032期 · 2026年10月23日 ·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5603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85216"/>
            <a:ext cx="11277295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868680"/>
            <a:ext cx="9418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371600"/>
            <a:ext cx="9418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雄安把全球治理倡议写成可核对的行动清单。国务院把人口红利与服务业扩能写进同一场常务会。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65960"/>
            <a:ext cx="11277295" cy="12344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57400"/>
            <a:ext cx="10881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刊头摘句 · 雄安新区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31720"/>
            <a:ext cx="10881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「以信心汇聚力量，以合作破解难题，推动落实全球治理倡议，为变乱交织的世界注入更多确定性和正能量。」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3566160" cy="28803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5204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60520"/>
            <a:ext cx="3154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项行动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546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王毅在开幕式宣布办好APEC、发布外空治理立场、成立全球治理研究中心等。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5384" y="3383280"/>
            <a:ext cx="3566160" cy="28803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35204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4160520"/>
            <a:ext cx="3154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人遇难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4526280"/>
            <a:ext cx="31546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巴青7.0级地震23日下午核账，伤者由凌晨32人修正为76人。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383280"/>
            <a:ext cx="3566160" cy="28803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35204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5.1%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4160520"/>
            <a:ext cx="3154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财政收入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4526280"/>
            <a:ext cx="31546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前三季度一般公共预算收入17.23万亿元，增幅比上半年提高0.4个百分点。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第032期 · 2026年10月23日 ·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5603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85216"/>
            <a:ext cx="11277295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822960"/>
            <a:ext cx="11277295" cy="55778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05840"/>
            <a:ext cx="19202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论坛 · 雄安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005840"/>
            <a:ext cx="8595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新华社 / 外交部 · 23日 19:35–21:53 见报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325880"/>
            <a:ext cx="8595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习近平向雄安论坛致信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148840"/>
            <a:ext cx="8595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来源：中国政府网 / 外交部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560320"/>
            <a:ext cx="859536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习近平23日向雄安全球治理论坛致信，称四重赤字有增无减，愿同各方落实全球治理倡议。王毅宣布八项行动：办好APEC、参与联合国改革、推动BBNJ协定、发布外空治理立场与人工智能能力建设进展报告、成立全球治理研究中心。近400人与会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754880"/>
            <a:ext cx="859536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4828032"/>
            <a:ext cx="8595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把一年前提出的全球治理倡议写成可核对的八项行动，并同日发布外空治理十项主张。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第032期 · 2026年10月23日 ·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5603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85216"/>
            <a:ext cx="11277295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822960"/>
            <a:ext cx="5596128" cy="55778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024128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960120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02　国常会 · 北京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261872"/>
            <a:ext cx="5074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人口与服务业同场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04288"/>
            <a:ext cx="5074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578608"/>
            <a:ext cx="507492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李强23日主持国务院常务会议，研究统筹人口与经济社会发展：完善终身学习与技能培训，促进高质量充分就业，引导城乡人口有序流动，建设生育友好型社会。会议并听取全国服务业大会部署落实情况，要求破除准入障碍、盘活闲置资源，把服务业潜力转为动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937760"/>
            <a:ext cx="507492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010912"/>
            <a:ext cx="507492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把稳定新出生人口与服务业扩能提质写成同一场国常会的两条主线，是「十五五」开局的执行层。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822960"/>
            <a:ext cx="5596128" cy="55778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024128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960120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03　例会 · 中德 / 联合国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261872"/>
            <a:ext cx="5074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施泰因迈尔将访华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304288"/>
            <a:ext cx="5074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来源：外交部例行记者会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578608"/>
            <a:ext cx="507492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毛宁宣布德国总统施泰因迈尔将于10月27日至31日对华国事访问，时隔近八年再访；习近平将会谈，李强、赵乐际会见，并将访安徽。她纪念恢复联合国合法席位五十五周年；就美财政部拟把生物技术列入对外投资禁止领域，反对泛化国家安全、人为设限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937760"/>
            <a:ext cx="507492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5010912"/>
            <a:ext cx="507492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把中德元首层互动日程、联合国2758号决议五十五周年与美方生物技术投资限制写进同一场例会。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第032期 · 2026年10月23日 ·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5603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85216"/>
            <a:ext cx="11277295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对照 · 高原核账与财政账本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那曲把昨夜浅源强震写成可核对的伤亡。财政部把前三季度收入写成5.1%，把土地出让写成两成七的跌幅。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5596128" cy="475488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47088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8308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04　应急 · 巴青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84831"/>
            <a:ext cx="50749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核账16死76伤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035808"/>
            <a:ext cx="5074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 / 中新社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310128"/>
            <a:ext cx="507492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那曲市政府23日下午首场发布会通报：截至15时，巴青7.0级地震造成16人遇难、76人受伤，房屋倒塌及受损339户，已转移12489人。18时前线指挥部称三轮排查未发现失联。玛如乡、岗切乡受灾最重，现场投入救援力量5000余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120640"/>
            <a:ext cx="507492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193792"/>
            <a:ext cx="50749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22日刊只收四级响应与夜间未核伤亡。本日把16死76伤、未发现失联写成官方核账。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645920"/>
            <a:ext cx="5596128" cy="475488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1847088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78308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05　财政 · 国库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084831"/>
            <a:ext cx="50749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收入增，土地出让跌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035808"/>
            <a:ext cx="5074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来源：财政部 / 新华社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310128"/>
            <a:ext cx="507492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财政部23日公布：前三季度一般公共预算收入17.23万亿元，同比增长5.1%；税收增6.1%。支出21.02万亿元，增1%，卫生健康支出增7.7%。政府性基金收入降18.6%，土地出让收入降27.9%。促内需工具支持新发放信贷超28万亿元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5120640"/>
            <a:ext cx="507492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193792"/>
            <a:ext cx="50749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税收随价格与外贸回升，土地出让仍是最大缺口。卫生健康支出增幅对应育儿补贴等「投资于人」。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第032期 · 2026年10月23日 ·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5603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85216"/>
            <a:ext cx="11277295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822960"/>
            <a:ext cx="11277295" cy="44348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05840"/>
            <a:ext cx="2011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停火 · 奥列什基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005840"/>
            <a:ext cx="8503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白宫 / 新华社 / BBC · 23日声明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298448"/>
            <a:ext cx="8503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奥列什基局部停火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965960"/>
            <a:ext cx="8503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来源：白宫 / 新华社 / BBC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331720"/>
            <a:ext cx="85039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白宫23日声明称，梅拉尼娅促成俄乌在赫尔松州奥列什基局部停火，以便人道物资进入并安排平民撤离，声明称停火自10月29日起。新华社同日转述。BBC称乌俄总参将「静默」记为27日开始。该城现余约1700至2000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4023360"/>
            <a:ext cx="850392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4096512"/>
            <a:ext cx="8503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这是一场限定单城、限定人道目标的局部停火，白宫与乌俄总参对起始日口径并不一致。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40680"/>
            <a:ext cx="11277295" cy="9601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532120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对照 · 不重写前刊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742432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长征胜利90周年大会、中俄公报全文、对外投资管理办法、达曼机场核账，均为22日首发。霍尔木兹通航量下降见报时间为24日05:43，不抢收。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第032期 · 2026年10月23日 ·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5603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85216"/>
            <a:ext cx="11277295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868680"/>
            <a:ext cx="9418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371600"/>
            <a:ext cx="9418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网信委把6G与智能体写成2030年指标。太原把遥感星送进预定轨道。惠州把重离子装置缩到四分之一占地。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2743200" cy="434340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94560"/>
            <a:ext cx="2414016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6G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017520"/>
            <a:ext cx="24140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适时商用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474720"/>
            <a:ext cx="2414016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信息化规划写到2030年，陆海空天网络基本形成。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2011680"/>
            <a:ext cx="2743200" cy="434340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2194560"/>
            <a:ext cx="2414016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672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017520"/>
            <a:ext cx="24140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次飞行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3474720"/>
            <a:ext cx="2414016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长六改18:15于太原发射遥感五十号03星。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011680"/>
            <a:ext cx="2743200" cy="434340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194560"/>
            <a:ext cx="2414016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1200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24140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平方米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74720"/>
            <a:ext cx="2414016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惠州SIMM占地由4600平方米缩至约四分之一。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25712" y="2011680"/>
            <a:ext cx="2743200" cy="434340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0304" y="2194560"/>
            <a:ext cx="2414016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25.0%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3017520"/>
            <a:ext cx="24140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EQE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3474720"/>
            <a:ext cx="2414016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热蒸发近红外钙钛矿LED，《自然·光子学》23日。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第032期 · 2026年10月23日 ·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5603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85216"/>
            <a:ext cx="11277295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822960"/>
            <a:ext cx="11277295" cy="55778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05840"/>
            <a:ext cx="19202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规划 · 网信委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005840"/>
            <a:ext cx="8595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中央网信办 / 新华社 · 23日 18:00–21:55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325880"/>
            <a:ext cx="8595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信息化「十五五」规划印发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103120"/>
            <a:ext cx="8595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来源：中国网信网 / 新华社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514600"/>
            <a:ext cx="8595360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中央网信委23日印发《国家信息化「十五五」规划》。到2030年陆海空天立体化网络基本形成，适时启动6G商用，国家区块链网络基本建成。指标包括智能体应用普及率超90%、数字经济核心产业占GDP12.5%、新建大型算力设施PUE低于1.2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709160"/>
            <a:ext cx="859536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4782312"/>
            <a:ext cx="8595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把6G、区块链网络和智能体普及率写成可考核的2030年指标，是网信领域「十五五」总账本。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第032期 · 2026年10月23日 ·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5603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85216"/>
            <a:ext cx="11277295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822960"/>
            <a:ext cx="5596128" cy="55778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024128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960120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08　航天 · 太原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261872"/>
            <a:ext cx="5074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遥感五十号03星入轨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31720"/>
            <a:ext cx="5074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 / 航天科技集团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06040"/>
            <a:ext cx="507492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23日18时15分，太原卫星发射中心用长征六号改成功发射遥感五十号03星，卫星进入预定轨道。该星用于国土普查、农作物估产和防灾减灾。任务为长征系列第672次飞行。长六改为新一代固液捆绑中型火箭，700公里太阳同步轨道运力不小于4.5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937760"/>
            <a:ext cx="507492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010912"/>
            <a:ext cx="507492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填补22日国内航天发射留白，把国土普查与防灾减灾载荷写进长征第672次飞行。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822960"/>
            <a:ext cx="5596128" cy="55778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024128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960120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09　医疗装备 · 惠州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261872"/>
            <a:ext cx="5074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重离子装置缩到四分之一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331720"/>
            <a:ext cx="5074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 / 中科院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06040"/>
            <a:ext cx="507492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中科院23日通报，国产超紧凑旋转束重离子治疗系统（SIMM）首台示范装置在惠州建成，已进入设备检测，预计年底临床试验。占地由4600平方米缩至1200平方米，能耗约三分之一，年治疗能力可由1000例提至2000至5000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937760"/>
            <a:ext cx="507492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5010912"/>
            <a:ext cx="507492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把重离子放疗从「能做」推进到「占地和能耗可下沉到更多城市医院」。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第032期 · 2026年10月23日 ·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5603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85216"/>
            <a:ext cx="11277295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822960"/>
            <a:ext cx="5596128" cy="55778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024128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960120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10　模型 · MiniMax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261872"/>
            <a:ext cx="5074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M3.1-Flash权重上线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31720"/>
            <a:ext cx="5074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来源：Hugging Face / MiniMax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06040"/>
            <a:ext cx="507492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MiniMax于23日08:59（沪时）在Hugging Face上线M3.1-Flash权重：约4280亿总参数、230亿激活的多模态MoE，支持图文视频与百万token上下文。社区许可要求商用署名，年营收超2000万美元须事先书面授权。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937760"/>
            <a:ext cx="507492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010912"/>
            <a:ext cx="507492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模型本身19日已上线API。本日首发的是可本地下载的权重，且明确不是宽松开源许可。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822960"/>
            <a:ext cx="5596128" cy="55778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024128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960120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11　量子 · 《自然·物理》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261872"/>
            <a:ext cx="5074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自主纠错过盈亏点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331720"/>
            <a:ext cx="5074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来源：Nature Physics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06040"/>
            <a:ext cx="507492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《自然·物理》23日发表中国科学技术大学林毅恒、杜江峰等的研究：在单颗囚禁离子多个自旋态编码逻辑比特，经自旋–运动耦合把错误熵转入运动模，再用辅助离子冷却耗散，无需测量反馈。逻辑比特寿命超越盈亏平衡点，环境噪声下亦延长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937760"/>
            <a:ext cx="507492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5010912"/>
            <a:ext cx="507492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把量子纠错从「反复测量加反馈」改成硬件耗散过程，降低离子阱逻辑比特的控制开销。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第032期 · 2026年10月23日 ·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5603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85216"/>
            <a:ext cx="11277295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822960"/>
            <a:ext cx="11277295" cy="30632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C41E3A"/>
                </a:solidFill>
                <a:latin typeface="Cambria"/>
                <a:ea typeface="STSong"/>
                <a:cs typeface="STSong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光电 · 光子学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960120"/>
            <a:ext cx="8595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Nature Photonics · 23日发表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234440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热蒸发钙钛矿LED达25.0%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83080"/>
            <a:ext cx="85953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《自然·光子学》23日发表南京大学鲍春雄、邹志刚与林雪平大学高飞等的研究：用双酰胺添加剂调控热蒸发钙钛矿结晶，近红外PeLED外量子效率达25.0%（805纳米），并在同一衬底集成双色器件，演示可穿戴脉搏血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926080"/>
            <a:ext cx="8595360" cy="10972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999232"/>
            <a:ext cx="85953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把可像素化的真空蒸镀路线追到接近溶液法效率，为钙钛矿显示和传感的量产路径补上关键一步。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69080"/>
            <a:ext cx="11277295" cy="23317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6052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信息不足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348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STSong"/>
                <a:cs typeface="STSong"/>
              </a:rPr>
              <a:t>芯片首发偏薄，22日稿不重写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4632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北美云厂商与大模型无23日产品首发。产业先进制程芯片无当日产品首发。复旦EdenGNN见《自然·机器智能》23日，篇幅让给离子阱与钙钛矿LED。遥感五十三号组、霍尔木兹通航量下降见报时间为24日凌晨。勿重刊星火X2.6、BrainChip AKD1500、长征大会与中俄公报全文。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ea typeface="STSong"/>
                <a:cs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第032期 · 2026年10月23日 ·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5603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85216"/>
            <a:ext cx="11277295" cy="9144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THE EVENING LEDGER　·　第032期 · 收束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12471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7F4EF"/>
                </a:solidFill>
                <a:latin typeface="Cambria"/>
                <a:ea typeface="STSong"/>
                <a:cs typeface="STSong"/>
              </a:rPr>
              <a:t>雄安写八项行动，国常会写人口，那曲写16死76伤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112471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E8E2D8"/>
                </a:solidFill>
                <a:latin typeface="Calibri"/>
                <a:ea typeface="Microsoft YaHei"/>
                <a:cs typeface="Microsoft YaHei"/>
              </a:rPr>
              <a:t>习近平向雄安全球治理论坛致信，王毅宣布八项行动并发布外空治理立场。李强国常会同时部署人口高质量发展与服务业扩能。施泰因迈尔将访华。巴青地震核账16死76伤。财政部公布前三季度账。白宫称奥列什基局部停火。信息化「十五五」规划、长六改发射与两篇《自然》子刊同日见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5532120" cy="214884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3246120"/>
            <a:ext cx="5532120" cy="214884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337560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时政六条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37560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科技六条 · 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639312"/>
            <a:ext cx="512064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1. 习近平向雄安论坛致信
2. 人口与服务业同场
3. 施泰因迈尔将访华
4. 核账16死76伤
5. 收入增，土地出让跌
6. 奥列什基局部停火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39312"/>
            <a:ext cx="512064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1. 信息化「十五五」规划印发
2. 遥感五十号03星入轨
3. 重离子装置缩到四分之一
4. M3.1-Flash权重上线
5. 自主纠错过盈亏点
6. 热蒸发钙钛矿LED达25.0%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日期窗口：Asia/Shanghai 2026-10-23 00:00 至 2026-10-24 00:00。交叉来源：新华社/中国政府网/外交部/财政部/中央网信办/中科院、白宫/BBC、Hugging Face、Nature Physics、Nature Photonics。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每日时政科技简报 · 第032期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