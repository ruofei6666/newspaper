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第026期  ·  2026年10月17日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01168"/>
            <a:ext cx="1371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6128"/>
            <a:ext cx="11185855" cy="101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C2B6"/>
                </a:solidFill>
                <a:latin typeface="Calibri"/>
                <a:ea typeface="Calibri"/>
              </a:rPr>
              <a:t>●  THE MORNING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658368"/>
            <a:ext cx="4206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ASIA / SHANGHAI　昨日新闻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87552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060704"/>
            <a:ext cx="11185855" cy="1143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1E3A"/>
                </a:solidFill>
                <a:latin typeface="Calibri"/>
                <a:ea typeface="Calibri"/>
              </a:rPr>
              <a:t>第零贰陆期  ·  二零二六年十月十七日  ·  星期六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36192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33472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9C2B6"/>
                </a:solidFill>
                <a:latin typeface="Calibri"/>
                <a:ea typeface="Calibri"/>
              </a:rPr>
              <a:t>只收录该日发生或该日首发的稿件。李强上午谈传统医药，下午出现在塔什干。白宫把对俄新制裁写成豁免。周六的科技栏交给《自然·通讯》五篇论文。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6616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675887"/>
            <a:ext cx="31089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C41E3A"/>
                </a:solidFill>
                <a:latin typeface="Cambria"/>
                <a:ea typeface="Cambr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46227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时政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754880"/>
            <a:ext cx="31089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8A847A"/>
                </a:solidFill>
                <a:latin typeface="Calibri"/>
                <a:ea typeface="Calibri"/>
              </a:rPr>
              <a:t>北京 · 塔什干 · 白宫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56616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3675887"/>
            <a:ext cx="31089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C41E3A"/>
                </a:solidFill>
                <a:latin typeface="Cambria"/>
                <a:ea typeface="Cambr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46227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科技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754880"/>
            <a:ext cx="31089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8A847A"/>
                </a:solidFill>
                <a:latin typeface="Calibri"/>
                <a:ea typeface="Calibri"/>
              </a:rPr>
              <a:t>固态电池 · 创面 · HIV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356616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8" y="3675887"/>
            <a:ext cx="31089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C41E3A"/>
                </a:solidFill>
                <a:latin typeface="Cambria"/>
                <a:ea typeface="Cambria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8" y="446227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合计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8" y="4754880"/>
            <a:ext cx="31089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8A847A"/>
                </a:solidFill>
                <a:latin typeface="Calibri"/>
                <a:ea typeface="Calibri"/>
              </a:rPr>
              <a:t>周六沪时首发可核验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486400"/>
            <a:ext cx="11155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今日主线：传统医药大会把数智化与全球治理写进同一篇致辞。访乌首日以抵达稿入账，乌官方同日确认会谈。扶贫日交出「1+23+N」与1770亿元。格雷厄姆法案被按下。霍尔木兹两边同时宣示控制。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第026期  ·  2026年10月17日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01168"/>
            <a:ext cx="1371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612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2801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6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786384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时政开篇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17320"/>
            <a:ext cx="9692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北京把中医药写成全球治理的隐喻。塔什干把中亚铁路写成欢迎仪式后的下一句。白宫把国会刚签下的对俄关税写成可以关掉的开关。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11183112" cy="12344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49424"/>
            <a:ext cx="10607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刊头摘句 · 传统医药大会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05456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「世界各国是一个有机整体，没有哪个国家能够独善其身，没有哪种模式能够包治百病。」——李强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616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0332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1200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4340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人出席开幕式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81728"/>
            <a:ext cx="32004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李强上午在北京致辞，谈数智化、开放试点与药用资源保育。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33672" y="356616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370332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1770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434340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亿元帮扶资金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4681728"/>
            <a:ext cx="32004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扶贫日首次核出常态化帮扶「1+23+N」与中央财政盘子。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64424" y="356616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7304" y="370332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500%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7304" y="434340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对俄关税被豁免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4681728"/>
            <a:ext cx="32004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格雷厄姆法案写进行政令，又被同一份命令按下。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第026期  ·  2026年10月17日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01168"/>
            <a:ext cx="1371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612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183112" cy="5760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卫生 · 北京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914400"/>
            <a:ext cx="8412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新华社 · 17日 18:43 见报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207008"/>
            <a:ext cx="84124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传统医药写成全球治理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03120"/>
            <a:ext cx="8412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来源：新华社  ·  news.cn/20261017  ·  致辞全文同日 19:04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468880"/>
            <a:ext cx="8412480" cy="1965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</a:rPr>
              <a:t>李强17日上午在北京出席2026世界传统医药大会开幕式。他提出科技赋能、交流合作、普惠共享三点，宣布推动中医药数智化转型、扩大医疗服务开放试点，并愿推进「一带一路」药用资源保育中心。致辞末段以中医整体观谈全球治理。约1200人出席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4572000"/>
            <a:ext cx="8412480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4681728"/>
            <a:ext cx="8412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956048"/>
            <a:ext cx="84124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把卫生大会写成外交语言：数智化是产业账，保育中心是「一带一路」账，整体观则是对保护主义的公开劝诫。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第026期  ·  2026年10月17日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01168"/>
            <a:ext cx="1371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612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抵达与帮扶账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70432"/>
            <a:ext cx="5440680" cy="525780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02　出访 · 塔什干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17904"/>
            <a:ext cx="511149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访乌首日写进欢迎仪式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267712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新华社 / 乌通社 / 总统府  ·  17日 18:09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523744"/>
            <a:ext cx="511149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李强17日上午离京，下午抵塔什干胡莫机场，阿里波夫举行欢迎仪式。乌通社20:59与总统府同日确认总理会谈、总统接见，谈中吉乌铁路、经贸与人工智能。新华社会见详稿18日01:20见报，折入次日。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" y="5468112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5532120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5733288"/>
            <a:ext cx="5111496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15日只是行程预告。17日可核验的是人到了塔什干，乌方已把铁路与项目库写成同日公报。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170432"/>
            <a:ext cx="5440680" cy="525780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1280160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03　民生 · 扶贫日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1517904"/>
            <a:ext cx="511149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帮扶账写成1+23+N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267712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新华社  ·  17日 23:20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523744"/>
            <a:ext cx="511149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第十三个国家扶贫日，农业农村部称常态化帮扶「1+23+N」体系基本形成。中央财政安排1770亿元；1–8月东部援西227.3亿元；脱贫劳动力跨省务工1313.3万，上半年就业3285.1万人。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9944" y="5468112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5532120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5733288"/>
            <a:ext cx="5111496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16日例会只谈全球减贫贡献。17日才把国内配套文件数、资金盘子和就业账第一次写全。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第026期  ·  2026年10月17日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01168"/>
            <a:ext cx="1371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612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豁免与海峡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70432"/>
            <a:ext cx="5440680" cy="525780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04　白宫 · 豁免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17904"/>
            <a:ext cx="511149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格雷厄姆法案被按下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267712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白宫 / 美联社  ·  17日 00:34 UTC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523744"/>
            <a:ext cx="511149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白宫网站17日00:34 UTC（沪时08:34）公布16日行政令：援引格雷厄姆法案第115条，豁免对俄货物加征500%关税、对五大买家加征100%关税及多项新制裁，称符合国家利益，并写明不撤销既有对俄制裁。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" y="5468112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5532120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5733288"/>
            <a:ext cx="5111496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法案9月18日刚签署，原定18日生效的关税在生效前被关掉。这是选期前对俄能源账的一次公开改写。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170432"/>
            <a:ext cx="5440680" cy="525780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1280160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05　海峡 · 对质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1517904"/>
            <a:ext cx="511149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两边同时宣示控制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267712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半岛电视台 / UKMTO  ·  17日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523744"/>
            <a:ext cx="511149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UKMTO称截至16日一周至少12艘遇袭，并承认漏报。IRGC称超级油轮走「未授权」航线后触雷起火；CENTCOM司令库珀称海峡由美方与地区伙伴控制，上周400艘船、1亿桶油过境。Kpler：至13日一周油运1160万桶/日。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9944" y="5468112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5532120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5733288"/>
            <a:ext cx="5111496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16日是镐山与穿封锁。17日可核验的是控制权对质被写成数字：12艘、400艘、1亿桶。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第026期  ·  2026年10月17日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01168"/>
            <a:ext cx="1371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612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2801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600" b="1" i="0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786384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科技开篇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17320"/>
            <a:ext cx="9692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周六没有可核验的芯片发布或轨道发射。《自然·通讯》把固态电池、糖尿病创面、HIV限制因子、异构体成像和圆偏振光手性写成同一天的五张实验账。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4028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359152"/>
            <a:ext cx="241401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Cambria"/>
              </a:rPr>
              <a:t>4.11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944368"/>
            <a:ext cx="2414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  <a:ea typeface="Calibri"/>
              </a:rPr>
              <a:t>毫西门子/厘米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3255264"/>
            <a:ext cx="2414016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  <a:ea typeface="Calibri"/>
              </a:rPr>
              <a:t>锆基卤氧化物室温电导，2000圈后仍留81.2%。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0984" y="224028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359152"/>
            <a:ext cx="241401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Cambria"/>
              </a:rPr>
              <a:t>TKT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944368"/>
            <a:ext cx="2414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  <a:ea typeface="Calibri"/>
              </a:rPr>
              <a:t>代谢检查点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255264"/>
            <a:ext cx="2414016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  <a:ea typeface="Calibri"/>
              </a:rPr>
              <a:t>同济医院把巨噬细胞转酮酶写成糖尿病创面开关。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48" y="224028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7064" y="2359152"/>
            <a:ext cx="241401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Cambria"/>
              </a:rPr>
              <a:t>gp160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2944368"/>
            <a:ext cx="2414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  <a:ea typeface="Calibri"/>
              </a:rPr>
              <a:t>滞留内质网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3255264"/>
            <a:ext cx="2414016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  <a:ea typeface="Calibri"/>
              </a:rPr>
              <a:t>ADAM17信号肽拦住HIV包膜，Nef再把它送出细胞。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7112" y="224028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5128" y="2359152"/>
            <a:ext cx="241401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Cambria"/>
              </a:rPr>
              <a:t>0.24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2944368"/>
            <a:ext cx="2414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  <a:ea typeface="Calibri"/>
              </a:rPr>
              <a:t>发光不对称因子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255264"/>
            <a:ext cx="2414016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  <a:ea typeface="Calibri"/>
              </a:rPr>
              <a:t>圆偏振光单独导演手性COF，无需手性试剂。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754880"/>
            <a:ext cx="11183112" cy="16002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892040"/>
            <a:ext cx="10607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对照 · 不重写前刊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57216"/>
            <a:ext cx="106070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乌兰察布纪实、国常会、普惠养老、外交部16日例会、王毅访克已入16日刊。禁出口技术目录第48号、氢能五城市群、科技经费公报、四部门车企座谈均为16日首发，不补收。李强会见米尔济约耶夫新华社详稿18日01:27见报，折入次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第026期  ·  2026年10月17日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01168"/>
            <a:ext cx="1371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612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183112" cy="5760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电池 · 福州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914400"/>
            <a:ext cx="8412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Nature Communications · 17日首发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207008"/>
            <a:ext cx="84124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锆卤氧化物顶住4.8伏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03120"/>
            <a:ext cx="8412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来源：福州大学 / 南科大 / 东方理工  ·  nature.com/s41467-026-78813-1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468880"/>
            <a:ext cx="8412480" cy="1965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</a:rPr>
              <a:t>魏明灯、曾林、孙学良等17日发表非等摩尔阴阳离子无定形工程：Li₂Zr₀.₆₂₅Ta₀.₃Cl₄.₂O₀.₉室温电导4.11 mS/cm，靠自钝化正极界面在4.80 V vs Li⁺/Li下10 C循环2000圈，容量保持81.2%。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4572000"/>
            <a:ext cx="8412480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4681728"/>
            <a:ext cx="8412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956048"/>
            <a:ext cx="84124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多数高电导卤化物在4.30伏以上分解。这篇把高压耐受写成可循环两千圈的实验，而不是材料配方幻灯。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第026期  ·  2026年10月17日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01168"/>
            <a:ext cx="1371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612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创面与包膜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70432"/>
            <a:ext cx="5440680" cy="525780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07　医学 · 武汉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17904"/>
            <a:ext cx="511149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转酮酶改写创面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267712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Nature Communications  ·  同济医院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523744"/>
            <a:ext cx="511149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华中科技大学同济医院熊元、米博斌等把巨噬细胞转酮酶写成糖尿病创面血管再生的代谢检查点，并做纳米酶水凝胶贴片；在糖尿病猪模型上加速愈合与血管修复。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" y="5468112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5532120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5733288"/>
            <a:ext cx="5111496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把「代谢重编程」从机制图写成可贴上去的材料，并在大动物模型上交出愈合账。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170432"/>
            <a:ext cx="5440680" cy="525780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1280160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08　病毒 · 芝加哥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1517904"/>
            <a:ext cx="511149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ADAM17拦住包膜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267712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Nature Communications  ·  UIC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523744"/>
            <a:ext cx="511149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伊利诺伊大学芝加哥分校郑永辉组证明ADAM17不靠酶活、而靠信号肽把HIV包膜前体gp160滞留在内质网。Nef通过PxxP基序把ADAM17送出细胞外囊泡，恢复感染性。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9944" y="5468112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5532120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5733288"/>
            <a:ext cx="5111496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SERINC5主要限制实验室毒株。ADAM17把Nef的必要性写成对原代分离株也成立的宿主关卡。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第026期  ·  2026年10月17日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01168"/>
            <a:ext cx="1371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612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658368"/>
            <a:ext cx="5440680" cy="32461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76809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09　分析 · 伦敦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005840"/>
            <a:ext cx="511149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OrbiSIMS分清异构体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75564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Nature Communications  ·  NPL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011680"/>
            <a:ext cx="511149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英国国家物理实验室在表面直接分辨棉子糖、麦芽三糖、松三糖三种同分异构三糖，并与离子淌度交叉验证。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2944368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008376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209544"/>
            <a:ext cx="5111496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质谱成像的老盲区是同分异构。这篇把「看得到空间、分得清形状」写成可重复的表面方法。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658368"/>
            <a:ext cx="5440680" cy="32461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76809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10　材料 · 光州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005840"/>
            <a:ext cx="511149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圆偏振光导演手性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175564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Nature Communications  ·  GIST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011680"/>
            <a:ext cx="511149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韩国光州科学技术院只用圆偏振光诱导化学手性共价有机框架，无需手性前体。发光不对称因子达0.24。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9944" y="2944368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3008376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209544"/>
            <a:ext cx="5111496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手性COF以往靠手性试剂。这篇把「光的左右」写成可写入晶体骨架的唯一导演。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041648"/>
            <a:ext cx="11183112" cy="23774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151376"/>
            <a:ext cx="10607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信息不足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407408"/>
            <a:ext cx="106070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国内航天留白，产业芯片无首发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28032"/>
            <a:ext cx="1060704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未见17日国内航天发射。北美大模型/云厂商与中国芯片无产品首发。鹏城云脑Ⅲ一万P为15–16日大会宣布。科技日报陀螺仪跟进的是9月《光学快报》。铌酸锂近垂直出光为1月期刊、13日新闻稿。华中科大衍射量子芯片为2025年7月旧文。外交部周六无例会，王毅黑山详稿未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第026期  ·  2026年10月17日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01168"/>
            <a:ext cx="1371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6128"/>
            <a:ext cx="11185855" cy="101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C2B6"/>
                </a:solidFill>
                <a:latin typeface="Calibri"/>
                <a:ea typeface="Calibri"/>
              </a:rPr>
              <a:t>THE EVENING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58368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第026期 · 收束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69264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042415"/>
            <a:ext cx="11185855" cy="1143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7F4EF"/>
                </a:solidFill>
                <a:latin typeface="Cambria"/>
                <a:ea typeface="Cambria"/>
              </a:rPr>
              <a:t>北京写药方，塔什干写抵达，白宫写下豁免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11155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E8E2D8"/>
                </a:solidFill>
                <a:latin typeface="Calibri"/>
                <a:ea typeface="Calibri"/>
              </a:rPr>
              <a:t>李强上午把传统医药写成全球治理，下午出现在塔什干。扶贫日第一次核出「1+23+N」与1770亿元。特朗普在沪时早晨公布对格雷厄姆法案的豁免。霍尔木兹两边同时宣示控制。科技栏没有新品，只有五篇17日的《自然·通讯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73552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时政五条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75887"/>
            <a:ext cx="493776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1  传统医药写成全球治理
2  访乌首日写进欢迎仪式
3  帮扶账写成1+23+N
4  格雷厄姆法案被按下
5  两边同时宣示控制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273552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3383280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科技五条 · 缺口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675887"/>
            <a:ext cx="493776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6  锆卤氧化物顶住4.8伏
7  转酮酶改写创面
8  ADAM17拦住包膜
9  OrbiSIMS分清异构体
10 圆偏振光导演手性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7784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日期窗口：Asia/Shanghai 2026-10-17 00:00 至 2026-10-18 00:00。交叉来源：新华社/乌通社/总统府、白宫/美联社、半岛电视台、《自然·通讯》。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0533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每日时政科技简报 · 第026期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