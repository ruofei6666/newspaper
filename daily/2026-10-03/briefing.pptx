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164592" cy="164592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80467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80467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07008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53312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第零壹贰期  ·  二零二六年十月三日  ·  星期六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00784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只收录该日发生或该日首发的稿件。休会周里外交部开口，戴维营闭门，欧洲把主权模型做成可下载权重。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575304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75887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622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731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APEC · 戴维营 · 伊油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15384" y="3566160"/>
            <a:ext cx="3575304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3675887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4622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7731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Kolibri · Muse · 尾焰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3566160"/>
            <a:ext cx="3575304" cy="16916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3675887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44622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74736" y="47731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周六沪时首发可核验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068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今日主线：郭嘉昆欢迎普京赴深圳APEC，三方会晤暂无信息；并首发94国「校正人权治理」四点文本。Axios记戴维营闭门会，贝森特称本周海上将无伊朗原油。Aleph Alpha开源Kolibri，Meta下放Muse外设协议。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96012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0020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原定休会至八日。三日书面答问先把东道主日程写实，再把密室与油轮账对上同一条中东线。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11277295" cy="1417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304288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刊头摘句 · 外交部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596896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「关于你提到的问题，我目前没有可以提供的信息。」——郭嘉昆谈普京所称俄中美三方会晤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94760"/>
            <a:ext cx="3575304" cy="2514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91363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共同发言国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047488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9月30日人权理事会现场；3日外交部首发四点主张。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5384" y="3794760"/>
            <a:ext cx="3575304" cy="2514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391363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73659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月 · 深圳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5047488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中方欢迎普京出席APEC领导人非正式会议。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3794760"/>
            <a:ext cx="3575304" cy="251460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3913632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736592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海上伊油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5047488"/>
            <a:ext cx="32004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贝森特自称本周「海上没有油」；独立油轮统计尚未当周坐实。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东道主开口，三方留白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休会周里的书面答问，把欢迎写成确认，把三方会晤写成空白。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64208"/>
            <a:ext cx="5632704" cy="47365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65376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9222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01　外交 · 北京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欢迎普京赴深圳APEC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004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来源：外交部网站  ·  mfa.gov.cn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9300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国庆休会中，郭嘉昆3日答问：中方欢迎普京出席11月深圳APEC领导人非正式会议，愿同俄方推动「中国年」出成果。对普京所称俄中美三方会晤「可能」，称目前没有可提供的信息。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51206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023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休会周里第一次把东道主对普京行程写成欢迎，却把三方会晤留在空白。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664208"/>
            <a:ext cx="5632704" cy="47365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1865376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179222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02　多边 · 日内瓦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084831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联94国校正人权治理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2004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来源：外交部网站  ·  mfa.gov.cn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49300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郭嘉昆3日首度详述：9月30日人权理事会第63届会议上，中方依托「全球治理之友小组」联合94国作「校正国际人权治理」共同发言，提出人民判断本国人权、主权平等、公道改革、反对借人权干涉四点主张，并称全球治理倡议获近160个国家和组织响应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8816" y="5029200"/>
            <a:ext cx="51206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51023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5303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把9月30日的共同发言第一次写成可核验的四点文本，而不是口号。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密室与油账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同一条中东线拆成两栏：一边是未宣布的戴维营，一边是自称海上零库存。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64208"/>
            <a:ext cx="5632704" cy="47365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9222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03　美国 · 戴维营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84831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闭门会谈伊朗与胡塞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004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来源：Axios  ·  axios.com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9300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Axios 3日报道，万斯周五在戴维营主持未宣布的数小时闭门会，讨论伊朗战事与沙特—胡塞冲突。鲁比奥、赫格塞斯、维特科夫、拉特克利夫、凯恩、贝森特出席。官员称「有事已定，或至少深谈」。白宫拒评。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029200"/>
            <a:ext cx="51206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1023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303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谈判停摆之际，这是2025年6月以来同类密室；上次会后数日，以色列对伊开战。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664208"/>
            <a:ext cx="5632704" cy="47365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79222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04　美国 · 财政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084831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贝森特称海上将无伊油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2004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来源：Axios Show  ·  axios.com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49300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贝森特在3日11:35 UTC首发的专访中称，本周伊朗将「海上没有油」「没有收入」，并称自其开泵以来第一次。他把军事打击、封锁与「经济放逐」连成一条链。独立油轮统计尚未当周坐实。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8816" y="5029200"/>
            <a:ext cx="51206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51023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5303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把封锁从「卡住出口」写成可核验的海上零库存叙事，数字仍停在美方自述。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制裁能进，也要能出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纽约会场谈除名机制，伊斯兰堡把胡塞从拦截名单改写成可能的谈判对象。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64208"/>
            <a:ext cx="5632704" cy="47365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65376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9222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05　联合国 · 纽约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孙磊吁完善制裁除名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004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9300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新华社3日13:10见报：孙磊2日在安理会制裁除名协调人非正式对话会上说，协调人须客观公正，成员应提供信息并尊重独立性；制裁是宪章工具，但一些机制缺少可行退出安排，成当事国长期桎梏。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51206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023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中方把「用好制裁」和「必须能退出」写进安理会改革口径。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664208"/>
            <a:ext cx="5632704" cy="47365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1865376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179222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　中东 · 伊斯兰堡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084831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沙土巴将商胡塞接触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2004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  ·  news.cn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3493008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新华社3日04:00见报：巴外长达尔2日称，麦加防务联盟战略委员会下周将在利雅得紧急开会，沙特、土耳其、巴基斯坦将商讨与胡塞政治接触。他称提议来自伊朗、尚无书面文本。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28816" y="5029200"/>
            <a:ext cx="51206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51023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5303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把胡塞从拦截名单改写成可能的政治接触对象，且由伊朗牵线。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96012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0020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开源权重、外设协议、国产超算流场。发射栏与《自然》《科学》级首发仍留白。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670048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3042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78B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9443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总参数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3236976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Kolibri 激活约 3.46B，上下文至 1M token。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2194560"/>
            <a:ext cx="2670048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3042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9443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3236976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Apache 2.0 权重上线 Hugging Face。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2194560"/>
            <a:ext cx="2670048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3042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5000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9443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Home Link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236976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Muse 外设试产，美国订阅用户免费。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2194560"/>
            <a:ext cx="2670048" cy="23317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3042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6.77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9443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万亿网格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236976"/>
            <a:ext cx="237744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曙光8000 上的33喷口尾焰仿真。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11277295" cy="1691640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84632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 · 前刊不重写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5138928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捕日者入轨、Astra Ultrafast、Crew-13 对接、重型猎鹰 NROL-97、DeepSeek 昇腾组件、真武 V900、Olmo-core 3、DGX Spark 64GB、Muse Spark 六篇数学论文，均为更早首发。本日科技栏只收 3 日沪时窗口内可核验的新稿。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07　开源 · 海德堡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77295" cy="521208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71600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78B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7744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3.46B 激活
1M 上下文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371600"/>
            <a:ext cx="804672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Kolibri 开源主权权重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76272"/>
            <a:ext cx="80467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来源：Aleph Alpha  ·  aleph-alpha.com  ·  Hugging 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60320"/>
            <a:ext cx="804672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德国统一日 Aleph Alpha 开源 Kolibri：英德 MoE，78.1B 总参、约 3.46B 激活、1M 上下文，Apache 2.0。权重上 Hugging Face。自报 AIME 2025 达 96.9%，第三方尚未复核。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389120"/>
            <a:ext cx="804672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46227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663440"/>
            <a:ext cx="80467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欧洲把「主权模型」第一次写成可下载权重，而不是只卖给政府的黑箱。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74920"/>
            <a:ext cx="1060704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对照：Qwen3.6-35B-A3B、Nemotron 3 Super、Mistral Small 4 同场自报。官方称质量—成本落在帕累托前沿；Artificial Analysis 等第三方指数尚未复核。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外设协议，与一张流场片子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一边把智能体接到插座上，一边用国产十万卡给火箭尾焰做超密网格。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64208"/>
            <a:ext cx="5632704" cy="47365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65376"/>
            <a:ext cx="109728" cy="109728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79222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08　硬件 · 门洛帕克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Muse 外设协议下放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27248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来源：TechCrunch / Meta  ·  techcrunch.com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19856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Meta 公布 Muse Gadgets：开源 ESP32 固件与 Linux SDK，供开发者为个人智能体做外设。Home Link 为 USB-C 小设备，试产 5000 台，美国订阅用户免费。美西 2 日下午宣布，沪时已入 3 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029200"/>
            <a:ext cx="512064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023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把个人智能体从聊天窗口扩到可插的硬件协议，而不只是再发一款挂件。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664208"/>
            <a:ext cx="5449824" cy="1417320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7393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19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喷口阵列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西交大与曙光复现多发动机尾焰交汇。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3218688"/>
            <a:ext cx="5449824" cy="318211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328416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　科学计算 · 合肥 / 西安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621024"/>
            <a:ext cx="50292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万亿网格拍下火箭尾焰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快科技、界面 3 日报道：曙光联合西交大在曙光 8000 上完成 33 喷口超声速尾焰仿真，网格 6.774 万亿，称已知最大规模时空耦合射流算例。官网未见同题通稿。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577840"/>
            <a:ext cx="5029200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65099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8521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把国产十万卡推进到可回收火箭流场，但还不是同行评审论文。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发射栏与芯片栏留白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1124712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检索后仍不足以单独立项，或已在前刊入账，或越过沪时日界。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632704" cy="1993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267712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航天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33472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当日无国内航天发射通稿。捕日者、NTU CRIMSON-1、TakeMe2Space 均为 1–2 日发射的滞后转述。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2103120"/>
            <a:ext cx="5632704" cy="1993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67712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无 3 日《自然》《科学》级首发。硅基量子处理单元原文 7 月 29 日已刊，不写成周六突破。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51960"/>
            <a:ext cx="5632704" cy="1993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416552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芯片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782312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NVIDIA DGX Spark 64GB 官方博客署 10 月 2 日。Olmo-core 3 为 10 月 1 日。Jalapeño 访谈越过沪时日界。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4251960"/>
            <a:ext cx="5632704" cy="1993392"/>
          </a:xfrm>
          <a:prstGeom prst="roundRect">
            <a:avLst>
              <a:gd name="adj" fmla="val 8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16552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前刊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82312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国庆招待会、傅聪三委、霍尔木兹 2 日油轮、第三航母群、Astra、Crew-13、DeepSeek 昇腾不重写。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0" y="27432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第012期  ·  2026年10月3日  ·  星期六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66928"/>
            <a:ext cx="1127729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"/>
            <a:ext cx="1127729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82296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第012期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15568"/>
            <a:ext cx="1127729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1127729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东道主欢迎，密室不宣布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E2D8"/>
                </a:solidFill>
                <a:latin typeface="Calibri"/>
                <a:ea typeface="Calibri"/>
                <a:cs typeface="Calibri"/>
              </a:rPr>
              <a:t>郭嘉昆把普京写成深圳座上宾，却把中美俄三方会晤留白，并第一次写出 94 国校正人权治理的四点文本。戴维营闭门，贝森特把海上写成零油。海德堡交出可下载的主权权重，Muse 把智能体接到插座上，国产超算给火箭尾焰拍了一张网格极密的片子。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5632704" cy="21488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401568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时政六条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712463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  欢迎普京赴深圳APEC
2  联94国校正人权治理
3  闭门会谈伊朗与胡塞
4  贝森特称海上将无伊油
5  孙磊吁完善制裁除名
6  沙土巴将商胡塞接触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291840"/>
            <a:ext cx="5449824" cy="2148840"/>
          </a:xfrm>
          <a:prstGeom prst="roundRect">
            <a:avLst>
              <a:gd name="adj" fmla="val 8000"/>
            </a:avLst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401568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科技四条 ·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12463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  Kolibri 开源主权权重
2  Muse 外设协议下放
3  万亿网格拍下火箭尾焰
4  发射栏 / 芯片栏信息不足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2026-10-03 00:00 至 2026-10-04 00:00。交叉来源：外交部、新华社、Axios、Aleph Alpha、Hugging Face、TechCrunch、快科技。排除前刊已入账稿件与越过沪时日界的访谈。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· 第012期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