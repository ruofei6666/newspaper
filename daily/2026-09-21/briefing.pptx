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第264期  ·  2026年9月21日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463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7295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7295" cy="1143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5852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●  THE MORNING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713232"/>
            <a:ext cx="4206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ASIA / SHANGHAI　　昨日新闻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24128"/>
            <a:ext cx="11277295" cy="304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078992"/>
            <a:ext cx="11277295" cy="1143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07008"/>
            <a:ext cx="1124712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第贰陆肆期  ·  二零二六年九月二十一日  ·  星期一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36192"/>
            <a:ext cx="112471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578608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只收录该日发生或该日首发的稿件，拒绝转载拼盘。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27248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273552"/>
            <a:ext cx="3200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059936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时政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370832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访美 · 磋商 · 中导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52544" y="3127248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3273552"/>
            <a:ext cx="3200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4059936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科技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4370832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AI通报 · 首发不足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47888" y="3127248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49056" y="3273552"/>
            <a:ext cx="3200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9056" y="4059936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合计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9056" y="4370832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周一沪时首发可核验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010912"/>
            <a:ext cx="112471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今日主线：中方正式落锤习近平23–25日对美国事访问；纽约磋商收口，美方把国家安全级AI事故通报机制摆上桌。九州「堤丰」中导与全球发展倡议五周年同场见报；尼侧遇难账本改写为1451。科技栏可核验首发偏少，芯片、平台与期刊缺口已标明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第264期  ·  2026年9月21日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463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7295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7295" cy="1143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"/>
            <a:ext cx="2011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786384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时政开篇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53312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白宫行程已写了两天，北京今天才把国事访问四个字印上电讯；摩根大通大厅里的八小时，被收成一纸「坦诚」和一套尚未被中方点头的通报机制。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38528"/>
            <a:ext cx="11274552" cy="129844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029968"/>
            <a:ext cx="107899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引　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267712"/>
            <a:ext cx="107899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“中美两国元首在半年内实现互访，具有历史性、里程碑意义。中方愿同美方一道，丰富中美建设性战略稳定关系内涵。”——郭嘉昆，据外交部记者会实录。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401568"/>
            <a:ext cx="3566160" cy="2331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29584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23–25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69663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访美日程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98848"/>
            <a:ext cx="32004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新华社15:02宣布：应特朗普邀请，习近平将对美国进行国事访问。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52544" y="3401568"/>
            <a:ext cx="3566160" cy="2331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5424" y="3529584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230+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4169663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亿美元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4" y="4498848"/>
            <a:ext cx="32004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全球发展倡议五年动员资金；9月25日将在联合国总部办对话会。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47888" y="3401568"/>
            <a:ext cx="3566160" cy="2331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8" y="3529584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1451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8" y="4169663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遇难 · 尼方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4498848"/>
            <a:ext cx="32004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央视07:10首发：截至尼时20日17时，泥石流遇难升至1451人。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第264期  ·  2026年9月21日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463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7295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7295" cy="1143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12471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访美落锤与纽约收口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60704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一边把互访写成官方电讯，一边把第八轮磋商收成通稿和工作层续谈。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44752"/>
            <a:ext cx="5440680" cy="49377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554480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01　外交 · 北京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792224"/>
            <a:ext cx="503834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外交部宣布习近平23–25日对美进行国事访问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816352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来源：新华社 / 中国政府网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090672"/>
            <a:ext cx="503834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新华社北京9月21日15:02电，外交部发言人宣布：应特朗普邀请，习近平将于9月23日至25日对美国进行国事访问。郭嘉昆称，访问期间将就中美关系及世界和平与发展深入交换意见；半年内元首互访具有历史性、里程碑意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422392"/>
            <a:ext cx="5038344" cy="1143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486400"/>
            <a:ext cx="503834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687568"/>
            <a:ext cx="5038344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白宫19日已公布行程，21日是中方首次以官方名义落锤，把「建设性战略稳定」写成互访日程。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1444752"/>
            <a:ext cx="5440680" cy="49377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554480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02　经贸 · 纽约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792224"/>
            <a:ext cx="503834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何立峰纽约磋商收口，工作层周一续谈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816352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来源：新华社  news.cn 10:03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090672"/>
            <a:ext cx="503834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新华社纽约9月20日电、21日见网：何立峰与贝森特、格里尔在摩根大通总部磋商，就落实既有共识、促进贸易投资「坦诚、深入、富有建设性」交流，并就人工智能举行对话。李成钢称「聊得不错」，工作团队周一续谈。休战与稀土未见宣布突破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5422392"/>
            <a:ext cx="5038344" cy="1143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5486400"/>
            <a:ext cx="503834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687568"/>
            <a:ext cx="5038344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上期只记下开谈，本期才有中方正式通稿；会谈发生在周日，成果口径落在周一沪时。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第264期  ·  2026年9月21日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463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7295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7295" cy="1143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12471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中导照会与发展倡议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60704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记者会上半场谈互访，下半场把九州导弹和五年账本一并摊开。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44752"/>
            <a:ext cx="5440680" cy="49377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554480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03　外交 · 北京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792224"/>
            <a:ext cx="503834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中方照会日本：九州「堤丰」是再军事化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816352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来源：外交部 / 中新网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090672"/>
            <a:ext cx="503834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郭嘉昆21日证实，中方近日照会日方：美国在九州部署的「堤丰」是战略进攻性武器，日方引入加剧军备竞赛、威胁战略平衡。他敦促日方正视东京审判开庭80周年。同场称对日两用物项禁令针对军事用户与拥核企图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422392"/>
            <a:ext cx="5038344" cy="1143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486400"/>
            <a:ext cx="503834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687568"/>
            <a:ext cx="5038344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把中导部署、历史叙事和对日稀土军用禁令绑在同一条抗议链上。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1444752"/>
            <a:ext cx="5440680" cy="49377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554480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04　多边 · 联合国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792224"/>
            <a:ext cx="503834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全球发展倡议五年动员230多亿美元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816352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来源：外交部记者会实录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090672"/>
            <a:ext cx="503834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郭嘉昆说，习近平五年前在第76届联大提出全球发展倡议。五年来已动员230多亿美元、实施2000多个项目，南南合作基金在70多国惠及4000多万人。联大一般性辩论22日开始，中方9月25日在联合国总部举办五周年高级别对话会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5422392"/>
            <a:ext cx="5038344" cy="1143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5486400"/>
            <a:ext cx="503834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687568"/>
            <a:ext cx="5038344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在习近平不去纽约的联大周，中方仍把发展倡议做成一场可核验的纽约活动。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第264期  ·  2026年9月21日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463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7295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7295" cy="1143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12471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河谷账本与联大前夜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60704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南岸把遇难人数再改一版；纽约把签证限制和油价溢价写进同一晚。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44752"/>
            <a:ext cx="5989320" cy="49377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554480"/>
            <a:ext cx="558698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05　救灾 · 加德满都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792224"/>
            <a:ext cx="558698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尼泊尔泥石流遇难升至1451人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816352"/>
            <a:ext cx="558698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来源：央视新闻  21日07:10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090672"/>
            <a:ext cx="558698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央视新闻客户端称，据尼泊尔警方，截至当地时间20日17时，遇难人数升至1451人。灾害源于8月26日边境冰川崩塌。上期中文官方口径为1410人。各报失踪数字口径不一，本期只采用遇难人数。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422392"/>
            <a:ext cx="5586984" cy="1143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486400"/>
            <a:ext cx="558698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687568"/>
            <a:ext cx="5586984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同源冰川灾害南岸账本时隔两日再上修41人，中文官方数字落在周一清晨。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39712" y="1444752"/>
            <a:ext cx="4892040" cy="32461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1554480"/>
            <a:ext cx="45262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06　国际 · 纽约 / 油市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1810512"/>
            <a:ext cx="4526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美拒发伊方联大部分签证，亚欧盘油价回落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606040"/>
            <a:ext cx="4526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来源：联合早报 / 伊通社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852928"/>
            <a:ext cx="452628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伊通社21日称，美方拒绝向佩泽希齐扬代表团部分成员（含宣传团队）发放签证，总统本人仍将于23日在联大发言。周一亚欧盘WTI跌约2%至94美元下方，布伦特回落至约101美元附近。纽约期货正式收盘落入沪时22日凌晨，不记入本期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39712" y="4828032"/>
            <a:ext cx="4892040" cy="15544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4919472"/>
            <a:ext cx="4526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22日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5376672"/>
            <a:ext cx="4526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联大一般性辩论开幕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5650992"/>
            <a:ext cx="45262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特朗普定于22日发言，佩泽希齐扬定于23日发言；霍尔木兹仍未复航。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第264期  ·  2026年9月21日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463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7295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7295" cy="1143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"/>
            <a:ext cx="2011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786384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科技开篇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53312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可核验的周一首发，几乎都写在纽约那张通报机制的草稿上；芯片流片、国产平台和科学期刊没有撑起第二栏。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20240"/>
            <a:ext cx="2670048" cy="19659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2011680"/>
            <a:ext cx="241401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523744"/>
            <a:ext cx="241401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可入账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2816352"/>
            <a:ext cx="2414016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美方提出国家安全级AI事故通报机制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20240"/>
            <a:ext cx="2670048" cy="19659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2011680"/>
            <a:ext cx="241401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8h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2523744"/>
            <a:ext cx="241401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纽约磋商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2816352"/>
            <a:ext cx="2414016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贝森特称接触「非常成功」，中方通稿未接受提案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1920240"/>
            <a:ext cx="2670048" cy="19659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2011680"/>
            <a:ext cx="241401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523744"/>
            <a:ext cx="241401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芯片流片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816352"/>
            <a:ext cx="2414016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长鑫G5、昇腾960、BrainChip均为更早首发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70848" y="1920240"/>
            <a:ext cx="2670048" cy="19659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98864" y="2011680"/>
            <a:ext cx="241401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4" y="2523744"/>
            <a:ext cx="241401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期刊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8864" y="2816352"/>
            <a:ext cx="2414016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未见9月21日《自然》《科学》可核验新论文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069080"/>
            <a:ext cx="11274552" cy="23317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187952"/>
            <a:ext cx="10789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编辑观察 · 排除清单与缺口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498848"/>
            <a:ext cx="1078992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未混入：白宫访美行程（19日）、何立峰赴美官宣（19日）、新华社22:51纽约开谈（20日）、国常会（18日）、长鑫G5与Qwen-Image-2.1 / Step 5 / 启元开售（20日）、昇腾960（17日）、BrainChip（17日）、IonQ–EPB与RoboHarm（18日）、地月激光、力箭遥十八（20日）。芯片、国产互联网平台与科学期刊21日首发不足。Firecrawl 未安装鉴权，检索以公开网页交叉核验。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第264期  ·  2026年9月21日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463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7295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7295" cy="1143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12471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护栏草稿与空白栏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60704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一条可核验的制度稿，对面是周一没有撑起来的产业栏。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44752"/>
            <a:ext cx="5989320" cy="49377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554480"/>
            <a:ext cx="558698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07　人工智能 · 纽约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792224"/>
            <a:ext cx="558698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美方提议国家安全级AI事故通报机制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816352"/>
            <a:ext cx="558698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来源：CNN / 路透社  合沪时21日10:15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090672"/>
            <a:ext cx="558698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贝森特会后称，双方讨论建立「美中AI对话」，美方提议就升至国家安全级别的AI事故设立通报机制，并称要从「不透明走向透明」。新华社通稿只写「就人工智能有关问题举行对话」，未确认接受提案。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422392"/>
            <a:ext cx="5586984" cy="1143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486400"/>
            <a:ext cx="558698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687568"/>
            <a:ext cx="5586984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这是21日沪时首见的美方细节：护栏从议程变成可点头或拒收的机制文本。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39712" y="1444752"/>
            <a:ext cx="4892040" cy="49377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1572768"/>
            <a:ext cx="45262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信息不足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1847088"/>
            <a:ext cx="4526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芯片、平台、期刊未成栏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670048"/>
            <a:ext cx="4526280" cy="3474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周一没有找到可交叉核验的国产芯片流片、海外量产、互联网平台产品或科学期刊首发。下列稿件均属更早日期，不入账：
· 长鑫第五代平台量产（20日大会与夜间公告）
· 千问生图2.1、阶跃Step 5、启元开售（20日）
· 华为昇腾960超节点（17日全联接）
· 《自然》光子学与硅光量子文（15日）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第264期  ·  2026年9月21日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463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7295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7295" cy="1143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5852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THE EVENING LEDGER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713232"/>
            <a:ext cx="4206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第264期 · 收束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24128"/>
            <a:ext cx="11277295" cy="304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078992"/>
            <a:ext cx="11277295" cy="1143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61872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七条周一，一条空白栏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20240"/>
            <a:ext cx="112471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访美日程从白宫预告变成北京电讯；纽约把AI护栏写成通报机制的草稿。河谷继续改数字，联大前夜把签证和油价溢价绑在一起。科技栏只够写一张制度稿。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834640"/>
            <a:ext cx="5532120" cy="26060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944368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时政六条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236976"/>
            <a:ext cx="5120640" cy="2057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1. 习近平访美中方正式宣布
2. 何立峰纽约磋商通稿与续谈
3. 九州「堤丰」中导照会
4. 全球发展倡议五周年账本
5. 尼泊尔遇难升至1451
6. 伊方联大签证与亚欧盘油价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834640"/>
            <a:ext cx="5532120" cy="26060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944368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科技一条 · 缺口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36976"/>
            <a:ext cx="5120640" cy="2057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1. 美方AI事故通报机制提案
2. 芯片 / 平台 / 期刊：信息不足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日期窗口：Asia/Shanghai 2026-09-21 00:00 至 2026-09-22 00:00。纽约期货周一正式收盘合沪时22日凌晨，不入账。交叉来源：新华社、外交部、央视、中新网、路透、CNN、联合早报。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6364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每日时政科技简报 · 第264期 · 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