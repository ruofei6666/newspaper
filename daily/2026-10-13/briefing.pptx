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7F4EF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第022期  ·  2026年10月13日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74320"/>
            <a:ext cx="15819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49808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●  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749808"/>
            <a:ext cx="4965192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24128"/>
            <a:ext cx="11277295" cy="254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78992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07008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第零贰贰期  ·  二零二六年十月十三日  ·  星期二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36192"/>
            <a:ext cx="11277295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1" i="0">
                <a:solidFill>
                  <a:srgbClr val="F7F4EF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15184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只收录该日发生或该日首发的稿件。健康中国写入十五五，中非双线升级，基金下调增速，边侧芯片与量子针尖同日见刊。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01568"/>
            <a:ext cx="3547872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529584"/>
            <a:ext cx="3182112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370832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68172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卫生 · 中非 · 基金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540" y="3401568"/>
            <a:ext cx="3547872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1708" y="3529584"/>
            <a:ext cx="3182112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1708" y="4370832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708" y="468172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眼镜 · 芯片 · 量子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3401568"/>
            <a:ext cx="3547872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8" y="3529584"/>
            <a:ext cx="3182112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4370832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468172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周二沪时首发可核验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85232"/>
            <a:ext cx="11277295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今日主线：习近平把健康中国写成十五五关键期，下午会见福雷、会谈博科。IMF在曼谷把中国增速改写成4.5%。霍尔木兹再袭两船。千问眼镜开售，爱芯把边侧算力写成256 TOPS。中国科大两篇量子稿同日见刊。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第022期  ·  2026年10月13日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74320"/>
            <a:ext cx="15819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49808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60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841248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408176"/>
            <a:ext cx="94183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人民大会堂连开卫生大会与两场对非元首外交。曼谷的基金年会改写增速。霍尔木兹的投射物与白宫的中俄口径同日入账。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38528"/>
            <a:ext cx="11277295" cy="11704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02996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刊头摘句 · 北京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267712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「“十五五”时期是实现到2035年建成健康中国目标的关键时期，要坚定不移走中国特色卫生与健康发展道路。」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10128"/>
            <a:ext cx="3547872" cy="23317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456432"/>
            <a:ext cx="3182112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2035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33087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健康中国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462272"/>
            <a:ext cx="3182112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大会把“十五五”写成建成目标的关键期，要求健康优先写入各项政策。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540" y="3310128"/>
            <a:ext cx="3547872" cy="23317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1708" y="3456432"/>
            <a:ext cx="3182112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双升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708" y="4133087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中非外交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1708" y="4462272"/>
            <a:ext cx="3182112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中多升为新时代命运共同体，中博升为全面战略合作伙伴。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3310128"/>
            <a:ext cx="3547872" cy="23317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3456432"/>
            <a:ext cx="3182112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4.5%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4133087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中国增速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4462272"/>
            <a:ext cx="3182112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IMF把2026年中国增长预期再下调0.1个百分点，全球写成3.1%。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第022期  ·  2026年10月13日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74320"/>
            <a:ext cx="15819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31520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01　卫生 · 北京　　新华社 13日14:02 首发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77295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健康中国写入十五五关键期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0512"/>
            <a:ext cx="2880360" cy="431596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11680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十五五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关键时期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438144"/>
            <a:ext cx="246888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到2035年建成均衡普惠、优质高效的健康中国。要求健康优先写入规划、政策、项目与工程。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810512"/>
            <a:ext cx="8165592" cy="431596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22191" y="1975104"/>
            <a:ext cx="76809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　·　xinhuanet.com/politics/leaders/20261013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1" y="2304288"/>
            <a:ext cx="768096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全国卫生与健康大会12日至13日在京召开。习近平出席并讲话，称“十五五”是到2035年建成健康中国的关键期，要走中国特色卫生健康发展道路，实施健康优先，推进医改三医协同。李强作总结讲话。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1" y="3931920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4187952"/>
            <a:ext cx="768096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这是本届任期里卫生领域的最高规格定调，把分级诊疗、医保基金与中医药写成可问责的十五五任务书。李强要求抓好重大疾病防控、一老一小与科技赋能。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第022期  ·  2026年10月13日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74320"/>
            <a:ext cx="15819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3152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对非外交双升级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同日下午两场人民大会堂会见：一条写命运共同体，一条写全面战略伙伴。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64208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10512"/>
            <a:ext cx="503834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02　外交 · 多哥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48256"/>
            <a:ext cx="5038344" cy="11155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中多命运共同体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27248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来源：外交部 / 新华社　·　fmprc.gov.cn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01568"/>
            <a:ext cx="5038344" cy="10241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习近平13日下午会见正式访华的多哥部长会议主席福雷，双方宣布将双边关系提升为新时代中多命运共同体。习近平提出建设性参与非洲热点问题的四原则：非洲主导、公平正义、止戈为和、标本兼治。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413248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477256"/>
            <a:ext cx="50383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78424"/>
            <a:ext cx="5038344" cy="585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8日只预告行程，13日才写下定位升级与四原则，把对非调解口径写成可引用的文本。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664208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810512"/>
            <a:ext cx="503834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03　外交 · 博茨瓦纳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48256"/>
            <a:ext cx="5038344" cy="11155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中博全面战略伙伴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27248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来源：外交部 / 新华社　·　mfa.gov.cn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01568"/>
            <a:ext cx="5038344" cy="10241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习近平13日下午同来华国事访问的博茨瓦纳总统博科会谈，双方宣布建立全面战略合作伙伴关系，并就矿业合作提出资源属于非洲、义利相兼、高质量发展、公平开放四点主张。双方签署多项文件并发表联合声明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5413248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5477256"/>
            <a:ext cx="50383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678424"/>
            <a:ext cx="5038344" cy="585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12日只记抵达预告，13日才完成定位升级，并把绿色矿产从倡议改写成可签署的文件。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第022期  ·  2026年10月13日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74320"/>
            <a:ext cx="15819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3152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例会与海峡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一中反弹、拉达克地名、霍尔木兹两艘船与白宫中俄口径，写进同一天。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64208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10512"/>
            <a:ext cx="503834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04　例会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48256"/>
            <a:ext cx="5038344" cy="11155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例会驳一中施压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27248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来源：外交部　·　mfa.gov.cn 17:32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01568"/>
            <a:ext cx="5038344" cy="10241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毛宁主持例行记者会，驳回美方对中方制裁伯利兹、巴拉圭涉台部长的批评，要求美方停止向“台独”发出错误信号；称印方公布拉达克“标准地名”非法无效；并就特朗普涉伊言论重申建设性努力。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413248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477256"/>
            <a:ext cx="50383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78424"/>
            <a:ext cx="5038344" cy="585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12日的外交部令在13日迎来美方反弹，例会把一中、西段边境与中东三条线同时写进记录。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664208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810512"/>
            <a:ext cx="503834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06　中东 · 霍尔木兹 / 华盛顿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48256"/>
            <a:ext cx="5038344" cy="11155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海峡再袭两船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27248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来源：UKMTO / 中东报　·　ukmto.org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01568"/>
            <a:ext cx="5038344" cy="10241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UKMTO 13日连续通报霍尔木兹一艘油轮与一艘集装箱船遭不明投射物击中。特朗普周一夜间发文称不认为中俄在帮助伊朗，“它们输不起”。毛宁称中方将继续为恢复中东和平稳定作建设性努力。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5413248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5477256"/>
            <a:ext cx="50383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678424"/>
            <a:ext cx="5038344" cy="585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12日刊只记出峡成品油轮，13日新增两艘；白宫口径与外交部例会在同一天交叉。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第022期  ·  2026年10月13日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74320"/>
            <a:ext cx="15819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31520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05　宏观 · 曼谷　　IMF 10月《世界经济展望》 曼谷时间09:00 / 沪时10:00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77295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基金再下调中国增速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19072"/>
            <a:ext cx="2633472" cy="202996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82880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3.1%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3957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全球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2706624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较7月上调0.1个百分点，AI投资托住增长。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719072"/>
            <a:ext cx="2633472" cy="202996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182880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3.4%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3957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全球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2706624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与7月持平。通胀今年写成4.7%。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719072"/>
            <a:ext cx="2633472" cy="202996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82880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4.5%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3957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中国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706624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再下调0.1个百分点。2027年写成4.0%。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719072"/>
            <a:ext cx="2633472" cy="202996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4584" y="182880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32国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3957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增长集中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2706624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贡献全球95%增长，4月时还是54国。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13632"/>
            <a:ext cx="11277295" cy="239572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041648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来源：IMF / 财新 / 海峡时报　·　imf.org　·　caixinglobal.com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315968"/>
            <a:ext cx="1078992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IMF在曼谷年会发布10月《世界经济展望》，全球2026年增长预期3.1%、2027年3.4%；中国分别下调0.1个百分点至4.5%和4.0%。报告称AI投资托住增长，但中东冲突、油价与债务使前景更不均衡。基线假设霍尔木兹2027年3月复航，油价2026年平均96美元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30352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522976"/>
            <a:ext cx="1078992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这是秋季最完整的官方增速修订，把“AI撑住增长、能源撕裂国别”写成可对照的数字。毛宁当日被问及时称建议向主管部门了解，并重申长期向好。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第022期  ·  2026年10月13日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74320"/>
            <a:ext cx="15819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49808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60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841248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408176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杭州把个人智能体写成可佩戴的眼镜。上海工博会把边侧大模型写成256 TOPS。卡纳维拉尔角送出空间站最后一对太阳翼。合肥两篇量子稿同日见刊。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29968"/>
            <a:ext cx="2633472" cy="37947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2212848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2218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01752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元起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419856"/>
            <a:ext cx="237744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千问N1眼镜叠加国补后的开售价。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029968"/>
            <a:ext cx="2633472" cy="37947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3864" y="2212848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01752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TOPS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3419856"/>
            <a:ext cx="237744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爱芯AX8860单芯片原生FP4算力。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29968"/>
            <a:ext cx="2633472" cy="37947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212848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28.8%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01752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转换效率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419856"/>
            <a:ext cx="237744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中国科大393→1550纳米量子频率转换。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029968"/>
            <a:ext cx="2633472" cy="37947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4584" y="2212848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6300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301752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磅载荷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3419856"/>
            <a:ext cx="237744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CRS-35补给船送往空间站的科学与硬件。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第022期  ·  2026年10月13日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74320"/>
            <a:ext cx="15819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3152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端侧落地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一只眼镜走进商店，一枚边侧芯片走进工博会。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64208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10512"/>
            <a:ext cx="503834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07　硬件 · 杭州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48256"/>
            <a:ext cx="5038344" cy="11155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千问眼镜现货开售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27248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来源：紫牛新闻 / 智东西　·　yangtse.com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01568"/>
            <a:ext cx="5038344" cy="10241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千问13日在杭州发布AI眼镜N1、N1 Pro及与Bose合作的耳夹式耳机并现货开售。N1主打五千万像素与环境感知，N1 Pro增加眼动、体征监测与虹膜核身；叠加国补后眼镜2218元起、耳机1099元起。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413248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477256"/>
            <a:ext cx="50383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78424"/>
            <a:ext cx="5038344" cy="585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云栖会上只预约，13日才正式发售，把个人智能体从演示改写成可购买的穿戴产品。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664208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810512"/>
            <a:ext cx="503834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08　芯片 · 上海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48256"/>
            <a:ext cx="5038344" cy="11155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爱芯边侧256 TOPS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27248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来源：IT之家　·　ithome.com 20:02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01568"/>
            <a:ext cx="5038344" cy="10241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爱芯元智在上海工博会发布AX8860边缘大模型芯片：6纳米、16核A55加自研NPU，256 TOPS原生FP4、最高128GB LPDDR5X。宣称在Qwen 27B上快于DGX Spark，四芯级联可达1024 TOPS。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5413248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5477256"/>
            <a:ext cx="50383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678424"/>
            <a:ext cx="5038344" cy="585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国产边侧芯片第一次用可对照的27B指标公开叫板桌面推理盒，把“端侧大模型”写成可采购的SKU。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第022期  ·  2026年10月13日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74320"/>
            <a:ext cx="15819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3152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在轨实验与床边模型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佛罗里达把最后一对翼送上天，费城把脑电接进对话。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64208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10512"/>
            <a:ext cx="503834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09　航天 · 佛罗里达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48256"/>
            <a:ext cx="5038344" cy="11155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补给船带走最后一对翼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27248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来源：NASA　·　nasa.gov 沪时18:33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01568"/>
            <a:ext cx="5038344" cy="10241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猎鹰9号13日6:33（美东）从卡纳维拉尔角升空，执行NASA第35次商业补给，载荷超6300磅，含空间站最后一对展开式太阳翼、人工视网膜制造装置与脑类器官，计划15日对接。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413248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477256"/>
            <a:ext cx="50383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78424"/>
            <a:ext cx="5038344" cy="585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空间站增电工程收官，微重力制药与神经器官实验随最后一对翼一起上天。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664208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810512"/>
            <a:ext cx="503834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10　医学 · 费城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48256"/>
            <a:ext cx="5038344" cy="11155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脑电对话共管癫痫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27248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来源：Nature Medicine　·　13 October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01568"/>
            <a:ext cx="5038344" cy="10241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宾夕法尼亚大学团队发表人机共管癫痫平台：植入或头皮脑电接入大模型，经手机双向对话，用患者反馈重训发作检测。13名住院患者验证显示，无需专家介入即可提高检测精度。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5413248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5477256"/>
            <a:ext cx="50383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678424"/>
            <a:ext cx="5038344" cy="585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把植入装置从“只刺激、不说话”改写成可对话的闭环，医疗大模型第一次接到实时脑电。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第022期  ·  2026年10月13日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74320"/>
            <a:ext cx="15819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3152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合肥同日两篇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一篇把拓扑边界态写成探针，一篇把紫外离子荧光送进光纤。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64208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10512"/>
            <a:ext cx="503834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11　物理 · 合肥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48256"/>
            <a:ext cx="5038344" cy="11155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拓扑针尖测自旋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27248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　·　news.cn 23:03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01568"/>
            <a:ext cx="5038344" cy="10241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中国科大陈仙辉、王震宇团队将溴化铋拓扑材料制成扫描隧道显微镜针尖，实现原子尺度自旋探测，并获得钾钒硒氧表面二维d波交错磁序的直接证据。成果13日晚发表于《自然》。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413248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477256"/>
            <a:ext cx="50383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78424"/>
            <a:ext cx="5038344" cy="585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拓扑边界态第一次被写成测量工具，而不是被观测的对象，交错磁体有了原子级探针。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664208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810512"/>
            <a:ext cx="503834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12　量子 · 合肥 / 济南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48256"/>
            <a:ext cx="5038344" cy="11155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离子阱接上光纤网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27248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来源：中国科大 / PRL　·　doi.org/10.1103/wx56-plcm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01568"/>
            <a:ext cx="5038344" cy="10241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中国科大潘建伟、张强与济南量子院团队实现393纳米至1550纳米量子频率转换，端到端效率28.8%、噪声35个/秒，效率提升约30倍。成果13日刊于《物理评论快报》。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5413248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5477256"/>
            <a:ext cx="50383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678424"/>
            <a:ext cx="5038344" cy="585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紫外离子荧光第一次以可用效率进入通信波段，量子中继的节点间距不再停在米量级。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7F4EF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第022期  ·  2026年10月13日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74320"/>
            <a:ext cx="15819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49808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THE EVENING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749808"/>
            <a:ext cx="496519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第022期 · 收束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11277295" cy="254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60704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07008"/>
            <a:ext cx="11277295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F7F4EF"/>
                </a:solidFill>
                <a:latin typeface="Cambria"/>
                <a:ea typeface="Microsoft YaHei"/>
                <a:cs typeface="Microsoft YaHei"/>
              </a:rPr>
              <a:t>健康写入十五五，中非双升，针尖接上光纤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92224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E8E2D8"/>
                </a:solidFill>
                <a:latin typeface="Calibri"/>
                <a:ea typeface="Microsoft YaHei"/>
                <a:cs typeface="Microsoft YaHei"/>
              </a:rPr>
              <a:t>习近平把健康中国写成十五五关键期，下午把中多、中博两条线同时升级。IMF把中国增速改写成4.5%。霍尔木兹再添两艘被击中的船。千问眼镜开售，爱芯写成256 TOPS。合肥的拓扑针尖与离子阱转换器同日见刊。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70048"/>
            <a:ext cx="5440680" cy="233172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779776"/>
            <a:ext cx="50749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时政六条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035808"/>
            <a:ext cx="507492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1  健康中国写入十五五关键期
2  中多升为命运共同体
3  中博升为全面战略伙伴
4  例会驳一中施压
5  基金再下调中国增速
6  海峡再袭两船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2670048"/>
            <a:ext cx="5440680" cy="233172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779776"/>
            <a:ext cx="50749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科技六条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35808"/>
            <a:ext cx="507492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7  千问眼镜现货开售
8  爱芯边侧256 TOPS
9  补给船带走最后一对翼
10  脑电对话共管癫痫
11  拓扑针尖测自旋
12  离子阱接上光纤网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20640"/>
            <a:ext cx="11277295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信息不足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21808"/>
            <a:ext cx="11277295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当日无国内航天发射。天问二号伴飞为航展状态通报（7月已见报）。临界拓扑《自然》为7日论文。Maia 300、OCP机架、Muse Wonder为12日首发。华为练秋湖交流会是Mate 90架构复述。未见李强会见福雷详稿；产业大模型无13日新品。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每日时政科技简报 · 第022期 · 完　　日期窗口 Asia/Shanghai 2026-10-13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