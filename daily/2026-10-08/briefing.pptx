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第017期  ·  2026年10月8日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713232"/>
            <a:ext cx="4206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24128"/>
            <a:ext cx="11274552" cy="27432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78992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第零壹柒期  ·  二零二六年十月八日  ·  星期四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72768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 u="none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只收录该日发生或该日首发的稿件。外交部例会归来，世卫人事摊牌，中欧坐下谈，霍尔木兹再封线。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3484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36592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世卫 · 外事 · 海峡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34747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3584448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443484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4736592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整机 · 开源 · 论文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34747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3584448"/>
            <a:ext cx="32004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43484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736592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周四沪时首发可核验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49240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今日主线：毛宁证实提名宋莉竞选世卫总干事。多哥、法国、俄罗斯三场外事同日写下。王文涛会见谢夫乔维奇。路透记下霍尔木兹未授权航线。交通部把流动改写成21.42亿。微软与英伟达在沪时清晨推出智能体电脑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第017期  ·  2026年10月8日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41248"/>
            <a:ext cx="9509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81328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假期结束的第一个工作日，外交部例会归来，先写下世卫人事与三场外事。中欧把分歧收进谈判桌，霍尔木兹把新航线写成军事目标。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03120"/>
            <a:ext cx="11274552" cy="1325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12848"/>
            <a:ext cx="10789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刊头摘句 · 外交部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487168"/>
            <a:ext cx="107899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「中方提名宋莉博士参与竞选，体现了同各方携手努力，共同推动构建人类卫生健康共同体的积极意愿。」——发言人毛宁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49039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21.42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亿人次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864608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交通部8日核账，国庆跨区域流动较去年中秋国庆日均增0.6%。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361188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749039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45262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亿美元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4864608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英伟达在华盛顿承诺五年资助美国科学，折沪时仍在8日夜。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3611880"/>
            <a:ext cx="3566160" cy="26060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3749039"/>
            <a:ext cx="32004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2599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526280"/>
            <a:ext cx="3200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美元起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864608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Surface Laptop Ultra 预购价，旧金山发布会折沪时8日凌晨。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第017期  ·  2026年10月8日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世卫人事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4552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828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卫生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27632"/>
            <a:ext cx="8503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外交部 · 国庆后首场例会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0195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中方提名宋莉竞选世卫总干事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99232"/>
            <a:ext cx="8503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来源：外交部 / 新华社    news.cn / mfa.gov.cn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328416"/>
            <a:ext cx="85039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毛宁8日证实，中方提名宋莉博士竞选世界卫生组织总干事。谭德塞任期至2027年8月15日，执委会明年1月提名、大会5月表决。宋莉长期从事妇幼健康，2023年曾竞逐西太区主任未果。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5349240"/>
            <a:ext cx="850392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5404104"/>
            <a:ext cx="8503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586984"/>
            <a:ext cx="8503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美国退出世卫之后，中方首次正式冲击总干事职位，把全球卫生治理的人事竞争摊到台面上。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第017期  ·  2026年10月8日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例会归来，三场外事落地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一栏是非洲元首级访问，一栏是对法战略对话与对俄涉海会见同时写下。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02　外交 · 洛美 /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多哥主席九日来华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/ 外交部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福雷·纳辛贝将于10月9日至16日正式访华，系执政后第七次来华。习近平将会见，李强、赵乐际分别会谈会见，并将赴陕、闽、粤参访。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假期后首个对非洲元首级访问落地，把中非全天候伙伴关系写成可核验的日程。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03　外交 · 巴黎 / 莫斯科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中法对话，俄方到访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来源：外交部 / 中新网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博纳9日至13日来华，与王毅举行新一轮中法战略对话。帕特鲁舍夫已在华，毛宁称这是他首次以俄海事委员会主席身份到访，王毅等将谈双边与涉海合作。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把7日书面预告改写成例会上的官方安排，节后对欧对俄同时开场。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第017期  ·  2026年10月8日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谈判桌与假日账本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一栏是中欧要把第一阶段谈出结果，一栏是交通部把预计改写成核账。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04　经贸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中欧磋商要出成果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来源：商务部 / 联合报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王文涛8日会见欧委会贸易和经济安全委员谢夫乔维奇，部里只发会见事实。谢夫乔维奇称，贸易投资磋商第一阶段必须取得具体成果。凌激上午已与欧方总司长预谈。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法德此前要求强化贸易防御之后，双方把分歧收进同一张桌子，却仍未交出清单。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05　消费 · 北京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流动核账21.42亿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来源：新华社 / 交通运输部 / 央广网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交通部8日发布，国庆跨区域流动21.42亿人次，较去年中秋国庆日均增0.6%。增值税发票显示旅游娱乐销售同比增23.6%，餐饮增9%，家电增40.1%，手机等通信器材增119.8%。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把7日「预计21.44亿」改写成核账，并用发票补上消费侧，而不是再写以旧换新旧账。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第017期  ·  2026年10月8日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海峡再封线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4552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828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伦敦 / 霍尔木兹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27632"/>
            <a:ext cx="8503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路透 · 8日伦敦电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0195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伊朗扬言封堵未授权航线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99232"/>
            <a:ext cx="8503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来源：路透社    al-monitor.com / bnnbloomberg.ca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328416"/>
            <a:ext cx="85039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上周霍尔木兹油轮遇袭数创开战以来最高，过船量降至两个多月最低。接近德黑兰的官员称，地区国家若另辟未授权出口航线将被视为敌对，可能动用导弹、无人机或快艇驱离。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5349240"/>
            <a:ext cx="850392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5404104"/>
            <a:ext cx="8503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586984"/>
            <a:ext cx="8503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封堵从「非法航道」口号扩到「未授权新航线」，把海湾绕行方案直接写成军事目标。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第017期  ·  2026年10月8日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2011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41248"/>
            <a:ext cx="9509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81328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个人电脑被改写成智能体整机。英伟达把十亿美元写进联邦科学。谷歌把端侧 GPU 开源。两份生命科学论文同日见刊。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304288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PFLOP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255264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RTX Spark 宣称的端侧稀疏 FP4 算力。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219456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304288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亿美元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55264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英伟达五年科学承诺，美东10:31仍在8日。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19456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304288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个靶点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255264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阿尔茨海默欧洲裔可成药靶点，另有非洲裔7个。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0848" y="219456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7152" y="2304288"/>
            <a:ext cx="2414016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130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944368"/>
            <a:ext cx="2414016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万细胞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3255264"/>
            <a:ext cx="241401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小鼠两周胚胎被重建亲缘的细胞数。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36592"/>
            <a:ext cx="11274552" cy="166420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864608"/>
            <a:ext cx="107899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对照 · 不重写前刊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157216"/>
            <a:ext cx="10789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核光钟与世界号第五次发射已入7日刊。真武V900为9月22日云栖首发，捕日者TPU入2日刊，Jalapeño为6月24日。特朗普「中期前不对伊动武」美联社11:50 CDT见报，折沪时9日00:50，不抢刊。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第017期  ·  2026年10月8日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"/>
            <a:ext cx="1124712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整机改写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11274552" cy="49834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91640"/>
            <a:ext cx="1828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1874519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旧金山 / 沪时凌晨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627632"/>
            <a:ext cx="8503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微软 × 英伟达 · 7日18:00 UTC = 8日02:00 沪时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01952"/>
            <a:ext cx="85039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智能体电脑开售预购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999232"/>
            <a:ext cx="8503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来源：Microsoft Devices Blog / Ars Technica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328416"/>
            <a:ext cx="85039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Surface Laptop Ultra 搭载 RTX Spark，最高6144核 Blackwell GPU、20核 Grace、128GB 统一内存，起价2599美元，10月16日发货。Dev Box 5999美元。Windows 同步推出混合智能与执行容器，给本地智能体加沙箱。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5349240"/>
            <a:ext cx="8503920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5404104"/>
            <a:ext cx="8503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586984"/>
            <a:ext cx="8503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把端侧大模型从演示写成可预购的整机，并给智能体加上沙箱，是个人电脑路线的一次改写。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第017期  ·  2026年10月8日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十亿美元与开源引擎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一栏是写进联邦科学的承诺，一栏是写进 GitHub 的端侧 GPU。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08　科学 · 华盛顿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五年十亿美元助科学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来源：NVIDIA / GlobeNewswire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英伟达8日10:31美东（沪时22:31）宣布，未来五年投入10亿美元，资助高校、量子计算与服务政府的云厂商，并参与能源部 Genesis Mission 二期的量子、聚变与微电子项目。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把「超级智能」从口号写成可核对的联邦科学预算，加深与国家实验室的绑定。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09　开源 · 山景城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谷歌开源 ML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来源：Google Developers Blog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谷歌 AI Edge 以 Apache 2.0 开源 ML Drift，统一 OpenGL ES、OpenCL、Metal 与 WebGPU，作为 LiteRT 核心加速引擎。旧版 TFLite GPU 委托将停更，已用于 Shorts、Photos 与 Chrome。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把端侧推理从各家私有后端收成一套开源引擎，直接影响手机与桌面本地模型的速度。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第017期  ·  2026年10月8日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1124712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靶点与细胞家谱同日见刊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伦敦16时档折沪时仍在8日夜。《自然·神经科学》给病，科学与细胞给胚胎。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10　医学 · 克利夫兰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阿尔茨海默新靶点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Neuroscience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程飞雄团队筛出欧洲裔19个、非洲裔7个可成药靶点，含 EPHX2 保护性突变。患者源神经元与5xFAD小鼠验证有效；11.168万病历中，曲唑酮、巴氯芬等12种药与发病下降相关。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把基因组、实验和真实病历写成同一条药物再利用路径，而不是再报一个相关性基因。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1517904"/>
            <a:ext cx="5486400" cy="4864608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5084064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11　发育 · 西雅图 / 剑桥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38528"/>
            <a:ext cx="5084064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重绘小鼠胚胎谱系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072384"/>
            <a:ext cx="508406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来源：Nature / Science / Cell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5084064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两项研究8日分见《科学》与《细胞》。西雅图团队用「DNA打字机」重建约130万个细胞、占两周胚胎约一成的亲缘；怀特黑德研究所一队用先导编辑追踪器官形成期的分裂。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5596128"/>
            <a:ext cx="5084064" cy="9144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650992"/>
            <a:ext cx="5084064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833872"/>
            <a:ext cx="5084064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哺乳动物发育第一次被写成可回溯的细胞家谱，而不再只靠线虫那样的显微镜观察。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第017期  ·  2026年10月8日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信息不足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87552"/>
            <a:ext cx="11247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1A"/>
                </a:solidFill>
                <a:latin typeface="Cambria"/>
                <a:ea typeface="STSong"/>
                <a:cs typeface="Cambria"/>
              </a:rPr>
              <a:t>国内发射仍留白，中期表态越过日界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066544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17627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国内航天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5084064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当日无国内航天发射通稿。产业芯片栏无8日首发：真武V900、麒麟9050 Pro 裸片、捕日者均属前刊。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92024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66544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17627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时区切割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70048"/>
            <a:ext cx="5084064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特朗普「中期前不对伊动武」美联社11:50 CDT=沪时9日00:50，入9日刊。伊朗国际22:57 GMT+1同理。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306824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41655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不重写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10328"/>
            <a:ext cx="5084064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核光钟、《自然》双发与世界号第五次已入7日刊。Jalapeño为6月24日，Mistral Large 4为6日欧陆首发。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4160520"/>
            <a:ext cx="5486400" cy="2084831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12700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306824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 u="none">
                <a:solidFill>
                  <a:srgbClr val="C41E3A"/>
                </a:solidFill>
                <a:latin typeface="Cambria"/>
                <a:ea typeface="STSong"/>
                <a:cs typeface="Cambr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4416552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例会复述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910328"/>
            <a:ext cx="5084064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4A5568"/>
                </a:solidFill>
                <a:latin typeface="Calibri"/>
                <a:ea typeface="Microsoft YaHei"/>
                <a:cs typeface="Calibri"/>
              </a:rPr>
              <a:t>人权理事会无障碍决议已入6日刊，本日只是例会复述。村田闯馆案已入1日刊，不另立条。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第017期  ·  2026年10月8日  ·  星期四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201168"/>
            <a:ext cx="1554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93776"/>
            <a:ext cx="11274552" cy="1828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30352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13232"/>
            <a:ext cx="5943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713232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第017期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60704"/>
            <a:ext cx="11274552" cy="9144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70432"/>
            <a:ext cx="112471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7F4EF"/>
                </a:solidFill>
                <a:latin typeface="Cambria"/>
                <a:ea typeface="STSong"/>
                <a:cs typeface="Cambria"/>
              </a:rPr>
              <a:t>例会归来，人事摊牌，整机开售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67712"/>
            <a:ext cx="11247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E8E2D8"/>
                </a:solidFill>
                <a:latin typeface="Calibri"/>
                <a:ea typeface="Microsoft YaHei"/>
                <a:cs typeface="Calibri"/>
              </a:rPr>
              <a:t>毛宁证实提名宋莉。多哥、法国、俄罗斯三场外事同日落地。王文涛会见谢夫乔维奇。路透记下霍尔木兹未授权航线。交通部写下21.42亿。微软在沪时凌晨开售智能体电脑，英伟达在华盛顿写下十亿美元。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0672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0040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时政六条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493008"/>
            <a:ext cx="502920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1. 中方提名宋莉竞选世卫总干事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2. 多哥主席九日来华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3. 中法对话，俄方到访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4. 中欧磋商要出成果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5. 流动核账21.42亿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6. 伊朗扬言封堵未授权航线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090672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0040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科技五条 · 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93008"/>
            <a:ext cx="502920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1. 智能体电脑开售预购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2. 五年十亿美元助科学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3. 谷歌开源 ML Drift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4. 阿尔茨海默新靶点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 u="none">
                <a:solidFill>
                  <a:srgbClr val="F7F4EF"/>
                </a:solidFill>
                <a:latin typeface="Calibri"/>
                <a:ea typeface="Microsoft YaHei"/>
                <a:cs typeface="Calibri"/>
              </a:rPr>
              <a:t>5. 重绘小鼠胚胎谱系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59552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C9C2B6"/>
                </a:solidFill>
                <a:latin typeface="Calibri"/>
                <a:ea typeface="Microsoft YaHei"/>
                <a:cs typeface="Calibri"/>
              </a:rPr>
              <a:t>日期窗口：Asia/Shanghai 2026-10-08 00:00 至 2026-10-09 00:00。交叉来源：外交部/新华社/中新网、商务部、交通运输部、路透、微软博客、英伟达通稿、谷歌开发者博客、《自然》系列。排除前刊与越过沪时日界的美联社伊朗稿。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u="none">
                <a:solidFill>
                  <a:srgbClr val="C41E3A"/>
                </a:solidFill>
                <a:latin typeface="Calibri"/>
                <a:ea typeface="Microsoft YaHei"/>
                <a:cs typeface="Calibri"/>
              </a:rPr>
              <a:t>每日时政科技简报 · 第017期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