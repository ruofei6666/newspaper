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68680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22960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822960"/>
            <a:ext cx="4160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7043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25296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第贰伍玖期  ·  二零二六年九月十六日  ·  星期三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82496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36976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87705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15137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B8B0A4"/>
                </a:solidFill>
                <a:latin typeface="Calibri"/>
                <a:ea typeface="Calibri"/>
              </a:rPr>
              <a:t>北京会谈 · 盟情咨文 · 红海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12724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236976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7705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5137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B8B0A4"/>
                </a:solidFill>
                <a:latin typeface="Calibri"/>
                <a:ea typeface="Calibri"/>
              </a:rPr>
              <a:t>Rubin · 智能体 · 硅光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312724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3236976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387705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4151376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B8B0A4"/>
                </a:solidFill>
                <a:latin typeface="Calibri"/>
                <a:ea typeface="Calibri"/>
              </a:rPr>
              <a:t>周三首发可核验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11185855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2000"/>
              </a:lnSpc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今日主线：王毅同日会见伊朗外长阿拉格齐与巴西总统顾问阿莫林；郭嘉昆宣布丁薛祥出席东博会。冯德莱恩提出欧洲安全理事会，美方确认马斯喀特见胡塞后不军事援沙。尼泊尔遇难升至1409人。科技栏：Vera Rubin首登MLPerf，华为给出2035智能体路线图，谷歌与英伟达拉起柔性用电联盟，《自然》用单晶纳米膜打破硅光异质集成瓶颈。美联储加息落在沪时17日凌晨，不提前收入；吉隆无新官方伤亡；国产互联网平台与手机芯片首发不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841248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389888"/>
            <a:ext cx="9601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星期三的北京把两场预告写成会谈：对德黑兰谈开峡与备忘录，对巴西利亚谈全球南方与人工智能治理。同一天，斯特拉斯堡搭一张新的安全桌，马斯喀特则把也门从美军作战名单上划掉。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57984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67712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23744"/>
            <a:ext cx="106070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「美伊战事继续延宕不符合当事方和国际社会共同利益。我们鼓励伊朗和美国保持理性和克制，尽快回归伊斯兰堡谅解备忘录。」——王毅16日同阿拉格齐会谈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5615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13632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16:08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718304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王毅—阿拉格齐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65776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外交部发稿：回归备忘录、开峡、勿外溢红海。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3785615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13632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21:37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18304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王毅—阿莫林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065776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赞巴西加入世界人工智能合作组织。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3785615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3913632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1409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4718304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尼方遇难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5065776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当地20时警方数字；吉隆仍无新口径。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钓鱼台的两场会见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一条把海湾停火写到谈判桌上；一条把全球南方和人工智能治理并进同一间会客室。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0784"/>
            <a:ext cx="539496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28800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01　外交 · 北京 / 德黑兰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王毅同伊朗外长会谈，吁回归伊斯兰堡备忘录并开峡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来源：外交部 / 新华社  ·  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63824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16日王毅在京与阿拉格齐会谈。中方称美伊战事延宕不符各方利益，鼓励双方保持克制、回归伊斯兰堡谅解备忘录并重构谈判机制；敦促早日开放霍尔木兹，不希望紧张外溢也门和红海。伊方称不希望冲突持续，已同阿曼达成开峡方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449824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522976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24144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15日还是「赴华」预告，16日北京会谈把海湾停火、开峡和中东安全新架构写成官方口径。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700784"/>
            <a:ext cx="539496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02　外交 · 北京 / 巴西利亚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66544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王毅会见阿莫林，赞巴西加入世界人工智能合作组织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07792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来源：外交部 / 新华社 / 中新社  ·  fmprc.gov.cn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63824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16日晚王毅以中央外办主任身份会见巴西总统首席特别顾问阿莫林。王毅转达习近平问候，称中巴已从全面战略伙伴跨越到命运共同体；赞赏巴西决定加入世界人工智能合作组织。双方就乌克兰危机、拉美和中东交换意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449824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22976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24144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金砖主席国交接前夕，南美顾问进京把全球南方协作和人工智能治理写进同一场会见。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南宁预告与三条答问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一场记者会同时处理东盟经贸、欧洲数字保护主义和台海外围。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0784"/>
            <a:ext cx="11185855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03　外交 · 北京 / 南宁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84831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郭嘉昆宣布丁薛祥出席东博会，评欧盟网安法案与台菲办事处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78608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来源：外交部  ·  fmprc.gov.cn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834640"/>
            <a:ext cx="106070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发言人宣布丁薛祥17日将在南宁出席第23届中国—东盟博览会开幕式并致辞。郭嘉昆称欧盟《网络安全法案》修订案「损人不利己」，评估五年或致3600多亿欧元损失；并驳民进党筹划在菲宿务设办事处，敦促菲方恪守一个中国原则。东博会开幕前夜划出东盟经贸、欧洲数字保护主义与台海三条对外口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24528"/>
            <a:ext cx="3520440" cy="190195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52544"/>
            <a:ext cx="319125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17日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319125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丁薛祥致辞东博会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8523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缅甸、越南、老挝副总理及东盟秘书长同行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4224528"/>
            <a:ext cx="3520440" cy="190195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352544"/>
            <a:ext cx="319125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3600亿€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937760"/>
            <a:ext cx="319125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欧盟网安法案评估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28523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17家欧洲电信企业联署公开信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4224528"/>
            <a:ext cx="3520440" cy="190195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4352544"/>
            <a:ext cx="319125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宿务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4937760"/>
            <a:ext cx="319125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台菲「办事处」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528523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敦促菲方恪守一个中国原则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斯特拉斯堡的新桌，马斯喀特的拒绝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一边要自建安全理事会并拉住加拿大；一边确认不把也门叠进对伊战争。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欧洲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冯德莱恩提出欧洲安全理事会，并向加拿大伸出「准成员」邀请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来源：路透  ·  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欧委会主席冯德莱恩16日在斯特拉斯堡发表盟情咨文，支持设立汇集欧盟、英国、挪威、乌克兰与加拿大领导人的欧洲安全理事会，并提出应对破坏、纵火和无人机侵扰的「反混合剧本」。她同时称愿为加拿大打开欧盟首个「准成员」大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在对特朗普治下北约可靠性存疑时，布鲁塞尔试图自建安全桌并拉住北美盟友。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海湾 ·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美官员马斯喀特会见胡塞后决定不军事援沙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来源：卫报 / 路透  ·  theguardian.com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卫报16日确认，美方上周末在马斯喀特会见胡塞领导人，随后决定不直接军事介入帮沙特击退胡塞沿红海推进。路透称胡塞已夺取俯瞰曼德海峡的阵地与岛礁，沙特面临近年最重挫败，美欧均未加入7月沙特海上防卫联盟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红海与霍尔木兹双通道承压时，华盛顿选择不把也门战场叠进对伊战争。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第三周的死亡曲线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尼侧数字继续上修；吉隆一侧的官方伤亡口径仍停在十日之前。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0784"/>
            <a:ext cx="690372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6400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06　灾害 · 加德满都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21408"/>
            <a:ext cx="6400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1409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35808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尼泊尔警方：泥石流遇难人数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438144"/>
            <a:ext cx="6400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来源：央视新闻 / 中新网  ·  chinanews.com.cn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749039"/>
            <a:ext cx="64008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据尼泊尔警方最新数据，截至当地时间16日20时，8月26日冰川崩塌引发的泥石流遇难人数升至1409人。这是14日官方数字1392人之后的新统计。吉隆一侧16日未见新的遇难或失联通报。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5047488"/>
            <a:ext cx="640080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5138928"/>
            <a:ext cx="6400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358384"/>
            <a:ext cx="6400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跨境灾害进入第三周，尼侧死亡曲线仍在抬升，而中方伤亡口径已连续十日未更新。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700784"/>
            <a:ext cx="4050791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190195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 · 吉隆与宏观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267712"/>
            <a:ext cx="365760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2000"/>
              </a:lnSpc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吉隆「8·26」泥石流16日未见新的遇难、失联或搜救官方通报，不以9月5日的43遇难/519失联复述凑数。
统计局8月数据发布会在15日举行，16日稿件为转载，不收入。
美联储加息声明于16日14:00 EDT发布，合沪时17日2:00，按日历日规则不提前收入本期。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841248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371600"/>
            <a:ext cx="9601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先记一套刚拿到对照数字的下一代机柜，再记一份智能体十年路线图、一场为电网让路的算力联盟，和一块把多种单晶薄膜贴进硅光的芯片。国产互联网平台与手机芯片当日首发不足。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39696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31136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3.7×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71216"/>
            <a:ext cx="23682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吞吐倍率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63824"/>
            <a:ext cx="236829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Vera Rubin vs GB300 · Qwen3-VL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139696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2231136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871216"/>
            <a:ext cx="23682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智能体流量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3163824"/>
            <a:ext cx="236829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华为预测2035年 token 占比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139696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231136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 GW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871216"/>
            <a:ext cx="23682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柔性负荷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163824"/>
            <a:ext cx="236829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谷歌可削减电网用电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139696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231136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1290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871216"/>
            <a:ext cx="23682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pm/V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163824"/>
            <a:ext cx="236829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钛酸钡电光系数 r42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185855" cy="23317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151376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443984"/>
            <a:ext cx="1060704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未混入15日阿莫林访华预告、特朗普「急于达成协议」、乌俄能源互不打击、金砖纪实、先进制造业综述、嫦娥月壤、iOS 27、华为3D机房、三家安全磋商、朱雀二号、硅光量子频率处理器，以及13日移动云异构推理、10日iPhone Duo、9月7日麒麟9050 Pro。天玑9600 Pro为15日官方首发。IonQ量子电路论文属7月arXiv。美联储加息合沪时17日2:00，不提前收入。国产互联网平台与海外手机芯片16日首发不足。Firecrawl 未安装鉴权。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机柜对照与十年路线图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一套机架第一次交出公开倍率；一份报告把智能体写成中国算力的主航道。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07　算力 · 圣克拉拉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英伟达Vera Rubin NVL72首登MLPerf，吞吐最高达GB300的3.7倍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来源：NVIDIA Blog  ·  blogs.nvidia.com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MLPerf Inference v6.1于16日公布。Vera Rubin NVL72首登预览：Qwen3-VL吞吐最高达GB300的3.7倍，DeepSeek-R1最高2.5倍；四机柜288卡扩展效率99%。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下一代机柜级推理第一次有公开对照数字，机架吞吐直接改写算力采购账本。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08　产业 · 深圳 /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华为发布《智能世界2035》：智能体或贡献逾九成AI流量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来源：路透  ·  reuters.com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华为16日报告预测，到2035年自主智能体将贡献全球逾90%的AI token流量，并重申全球或有约9000亿个智能体。报告不主张放缓前沿研发，而把智能体安全与隐私列入支撑这一前景的十项关键技术。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美侧讨论放缓时，中国最大算力供应商把加速部署写成十年路线图。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给电网让路，给硅光贴膜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一边用柔性负荷换更快并网；一边用单晶纳米膜绕开衬底晶格匹配。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能源 ·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谷歌、英伟达与Emerald AI成立人工智能能源管理联盟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来源：NVIDIA Blog / Axios / Fortune  ·  blogs.nvidia.com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三家16日宣布成立AEMA，主张数据中心按电网负荷柔性用电，以换取更快并网。联盟含Anthropic、National Grid等约20家成员；谷歌称已有约1吉瓦可削减负荷，弗吉尼亚近100兆瓦柔性AI工厂年内投运。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算力扩张的瓶颈从芯片转向电网，柔性负荷第一次被写成行业共同规则。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664208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92224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科学 ·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29968"/>
            <a:ext cx="49926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《自然》：单晶纳米膜范德华集成打破硅光异质外延瓶颈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71216"/>
            <a:ext cx="49926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来源：Nature  ·  nature.com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27248"/>
            <a:ext cx="499262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16日发表的论文用剥离单晶纳米膜把钛酸钡、钴铁氧体、砷化镓和氮化镓转移到硅/氮化硅光子芯片。钛酸钡电光系数r42逾1290 pm/V、3 dB带宽超23 GHz；钴铁氧体法拉第旋转达33800°/cm。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458968"/>
            <a:ext cx="499262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32120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33288"/>
            <a:ext cx="49926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不必受衬底晶格匹配限制，多种功能材料第一次能按需贴进同一套硅光工艺。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56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第259期  ·  2026年9月16日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F7F4EF"/>
                </a:solidFill>
                <a:latin typeface="Cambria"/>
                <a:ea typeface="Cambria"/>
              </a:rPr>
              <a:t>星期三不是星期二的复述：阿莫林和阿拉格齐都已经走进会客室。冯德莱恩要自建安全桌并给加拿大留座位，华盛顿则在马斯喀特确认不把也门叠进对伊战争。科技栏交出Vera Rubin的第一组公开对照、一份不主张放缓的智能体十年图、一场为电网让路的算力联盟，和一块按需贴膜的硅光芯片。美联储加息要等到沪时周四凌晨才入账。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3580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10128"/>
            <a:ext cx="5029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1  王毅同伊朗外长会谈，吁回归备忘录并开峡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2  王毅会见阿莫林，赞巴西加入世界人工智能合作组织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3  郭嘉昆宣布丁薛祥出席东博会并评欧盟法案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4  冯德莱恩提出欧洲安全理事会与加拿大准成员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5  美官员马斯喀特会见胡塞后决定不军事援沙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6  尼泊尔警方：泥石流遇难人数升至1409人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92608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3580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10128"/>
            <a:ext cx="5029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7  英伟达Vera Rubin NVL72首登MLPerf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8  华为《智能世界2035》：智能体或占九成流量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9  谷歌、英伟达与Emerald AI成立AEMA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10  《自然》单晶纳米膜打破硅光异质外延瓶颈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76672"/>
            <a:ext cx="11185855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8000"/>
              </a:lnSpc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方法：Asia/Shanghai 昨天（2026-09-16）。美联储FOMC 16日14:00 EDT合沪时17日2:00，不收入。天玑9600 Pro为15日首发。吉隆无新官方伤亡；国产互联网平台与海外手机芯片首发不足。Firecrawl 未安装鉴权。完 · 可与 briefing.html 对照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