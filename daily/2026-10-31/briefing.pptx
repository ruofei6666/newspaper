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0" y="256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 ·  2026年10月31日  ·  星期六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49840" y="25603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03504"/>
            <a:ext cx="11277295" cy="9144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41248"/>
            <a:ext cx="164592" cy="16459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8046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DISPATCH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804672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/ SHANGHAI　昨日新闻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115568"/>
            <a:ext cx="11277295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170432"/>
            <a:ext cx="11277295" cy="10973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2984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第零肆零期  ·  二零二六年十月三十一日  ·  星期六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627632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57200" y="25420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只收录该日发生或该日首发的稿件。统计局把十月景气写成收缩，机关把《决定》写成落实热潮。海峡再起火，谷歌在轨TPU第一次答了一句俳句。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24242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93008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7200" y="4242816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景气 · 全会 · 海峡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15384" y="338328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242424"/>
          </a:solidFill>
          <a:ln/>
        </p:spPr>
      </p:sp>
      <p:sp>
        <p:nvSpPr>
          <p:cNvPr id="21" name="Text 19"/>
          <p:cNvSpPr/>
          <p:nvPr/>
        </p:nvSpPr>
        <p:spPr>
          <a:xfrm>
            <a:off x="4215384" y="3493008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4215384" y="4242816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15384" y="459028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在轨推理 · 论文 · 导航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73568" y="3383280"/>
            <a:ext cx="3575304" cy="1691640"/>
          </a:xfrm>
          <a:prstGeom prst="roundRect">
            <a:avLst>
              <a:gd name="adj" fmla="val 3243"/>
            </a:avLst>
          </a:prstGeom>
          <a:solidFill>
            <a:srgbClr val="242424"/>
          </a:solidFill>
          <a:ln/>
        </p:spPr>
      </p:sp>
      <p:sp>
        <p:nvSpPr>
          <p:cNvPr id="25" name="Text 23"/>
          <p:cNvSpPr/>
          <p:nvPr/>
        </p:nvSpPr>
        <p:spPr>
          <a:xfrm>
            <a:off x="7973568" y="3493008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7973568" y="4242816"/>
            <a:ext cx="3575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73568" y="4590288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周六沪时首发可核验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257800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今日主线：十月制造业PMI回落至49.3%。中央和国家机关学习贯彻五中全会。霍尔木兹再袭。谷歌捕日者原型首次在轨给出AI应答。印度NVS-03补网，星链再送27星。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0" y="256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 ·  2026年10月31日  ·  星期六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49840" y="25603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03504"/>
            <a:ext cx="11277295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78638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468880" y="89611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时政开篇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周六没有外交部例会，也没有新的元首会见详稿。统计局先交上「十五五」开局后第一个完整月的景气账。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11277295" cy="1115568"/>
          </a:xfrm>
          <a:prstGeom prst="roundRect">
            <a:avLst>
              <a:gd name="adj" fmla="val 4098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2128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刊头摘句 · 国家统计局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「受“十一”假期前部分需求提前释放以及国际环境复杂多变等因素影响，10月份我国制造业采购经理指数为49.3%。」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3575304" cy="2697480"/>
          </a:xfrm>
          <a:prstGeom prst="roundRect">
            <a:avLst>
              <a:gd name="adj" fmla="val 1695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584448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58368" y="4389120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制造业PMI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" y="4773168"/>
            <a:ext cx="3172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较上月下降0.8个百分点，生产49.8%、新订单49.4%。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15384" y="3419856"/>
            <a:ext cx="3575304" cy="2697480"/>
          </a:xfrm>
          <a:prstGeom prst="roundRect">
            <a:avLst>
              <a:gd name="adj" fmla="val 1695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3584448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416552" y="4389120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高技术制造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16552" y="4773168"/>
            <a:ext cx="3172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装备50.6%仍扩张；中型48.4%、小型47.5%。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73568" y="3419856"/>
            <a:ext cx="3575304" cy="2697480"/>
          </a:xfrm>
          <a:prstGeom prst="roundRect">
            <a:avLst>
              <a:gd name="adj" fmla="val 1695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4736" y="3584448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49.7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174736" y="4389120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非制造业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74736" y="4773168"/>
            <a:ext cx="31729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商务活动降0.5个百分点，建筑业落到48.0。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0" y="256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 ·  2026年10月31日  ·  星期六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49840" y="25603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03504"/>
            <a:ext cx="11277295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41248"/>
            <a:ext cx="2103120" cy="5596128"/>
          </a:xfrm>
          <a:prstGeom prst="roundRect">
            <a:avLst>
              <a:gd name="adj" fmla="val 2174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宏观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50292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国家统计局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31日发布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877824"/>
            <a:ext cx="8897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国家统计局 · 31日发布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1170432"/>
            <a:ext cx="8897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十月制造业PMI回落至49.3%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834640" y="1865376"/>
            <a:ext cx="8897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来源：新华社 / 中国新闻社   news.cn / chinanews.com.cn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212848"/>
            <a:ext cx="8897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统计局31日公布，10月制造业PMI为49.3%，较上月降0.8个百分点。生产49.8%、新订单49.4%；高技术51.3%、装备50.6%仍扩张，消费品48.8%、高耗能47.3%。购进与出厂价格指数56.8%、51.7%，涨幅收窄。非制造业商务活动49.7%。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3767328"/>
            <a:ext cx="2103120" cy="1234440"/>
          </a:xfrm>
          <a:prstGeom prst="roundRect">
            <a:avLst>
              <a:gd name="adj" fmla="val 3704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8587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834640" y="4498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生产指数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74920" y="3767328"/>
            <a:ext cx="2103120" cy="1234440"/>
          </a:xfrm>
          <a:prstGeom prst="roundRect">
            <a:avLst>
              <a:gd name="adj" fmla="val 3704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8587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074920" y="4498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新订单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3767328"/>
            <a:ext cx="2103120" cy="1234440"/>
          </a:xfrm>
          <a:prstGeom prst="roundRect">
            <a:avLst>
              <a:gd name="adj" fmla="val 3704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38587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315200" y="4498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大型企业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555480" y="3767328"/>
            <a:ext cx="2103120" cy="1234440"/>
          </a:xfrm>
          <a:prstGeom prst="roundRect">
            <a:avLst>
              <a:gd name="adj" fmla="val 3704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55480" y="38587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555480" y="4498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小型企业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834640" y="5138928"/>
            <a:ext cx="8897112" cy="10973"/>
          </a:xfrm>
          <a:prstGeom prst="rect">
            <a:avLst/>
          </a:prstGeom>
          <a:solidFill>
            <a:srgbClr val="D6CFC4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5212080"/>
            <a:ext cx="8897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为何重要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假期需求回吐后总量重返收缩，政策能否把新动能扩张写进整本账，是「十五五」开局第一个完整月的成绩单。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0" y="256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 ·  2026年10月31日  ·  星期六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49840" y="25603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03504"/>
            <a:ext cx="11277295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786384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全会走出大会堂，进博会进入实景演练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58968" cy="5047488"/>
          </a:xfrm>
          <a:prstGeom prst="roundRect">
            <a:avLst>
              <a:gd name="adj" fmla="val 906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572768"/>
            <a:ext cx="128016" cy="12801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51790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　党建 · 北京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1865376"/>
            <a:ext cx="4946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中央和国家机关学习贯彻五中全会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3232" y="2962656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来源：新华社   news.cn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3273552"/>
            <a:ext cx="49469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新华社31日22:36综合稿称，全会闭幕后中央和国家机关、人民团体第一时间传达学习《决定》。稿件重申七条原则，并写明全会决定党的二十一大于2027年下半年在北京召开。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" y="5257800"/>
            <a:ext cx="4946904" cy="10973"/>
          </a:xfrm>
          <a:prstGeom prst="rect">
            <a:avLst/>
          </a:prstGeom>
          <a:solidFill>
            <a:srgbClr val="D6CFC4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5330952"/>
            <a:ext cx="4946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为何重要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这是把29日公报、30日发布会写成机关落实热潮的第一份全景通稿，二十一大时间表进入日常动员。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0488" y="1371600"/>
            <a:ext cx="5458968" cy="5047488"/>
          </a:xfrm>
          <a:prstGeom prst="roundRect">
            <a:avLst>
              <a:gd name="adj" fmla="val 906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572768"/>
            <a:ext cx="128016" cy="12801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47688" y="151790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　经贸 · 上海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865376"/>
            <a:ext cx="4946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进博会冲刺：展区首破44万平方米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46520" y="2962656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来源：解放日报   shanghai.gov.cn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273552"/>
            <a:ext cx="49469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解放日报31日报道，陈吉宁、朱忠明到国家会展中心检查服务保障。第九届进博会将有162个国家、地区和国际组织参与，4142家境外企业参展，整体展览面积首次突破44万平方米。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5257800"/>
            <a:ext cx="4946904" cy="10973"/>
          </a:xfrm>
          <a:prstGeom prst="rect">
            <a:avLst/>
          </a:prstGeom>
          <a:solidFill>
            <a:srgbClr val="D6CFC4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5330952"/>
            <a:ext cx="4946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为何重要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五中全会后首场重大经济外交活动进入实景演练，展区规模与客流保障被写成「越办越好」的硬指标。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0" y="256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 ·  2026年10月31日  ·  星期六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49840" y="25603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03504"/>
            <a:ext cx="11277295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41248"/>
            <a:ext cx="2103120" cy="5596128"/>
          </a:xfrm>
          <a:prstGeom prst="roundRect">
            <a:avLst>
              <a:gd name="adj" fmla="val 2174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航运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霍尔木兹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50292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UKMTO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沪时02:00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877824"/>
            <a:ext cx="8897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UKMTO · 革命卫队 · 领袖办公室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1152144"/>
            <a:ext cx="8897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拉万岛以南油轮遇袭，哈梅内伊令无地理限制反击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834640" y="2048256"/>
            <a:ext cx="8897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来源：新华社 / 半岛电视台   english.news.cn / aljazeera.com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340864"/>
            <a:ext cx="88971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UKMTO称周五18:00 UTC拉万岛以南约40海里船舶遭不明投射物击中起火，船员安全。IRGC 31日称第四艘「违规」超级油轮触雷、载油逾200万桶，并称在格什姆拦截美MQM-170无人机。哈梅内伊周六要求一旦遇袭立即、无地理限制反击。卡塔尔外交官周五在德黑兰斡旋。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34640" y="3895344"/>
            <a:ext cx="2852928" cy="1097280"/>
          </a:xfrm>
          <a:prstGeom prst="round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0" y="400507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40海里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834640" y="448056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拉万岛以南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24728" y="3895344"/>
            <a:ext cx="2852928" cy="1097280"/>
          </a:xfrm>
          <a:prstGeom prst="round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5824728" y="400507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200万桶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24728" y="448056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超级油轮载油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14816" y="3895344"/>
            <a:ext cx="2852928" cy="1097280"/>
          </a:xfrm>
          <a:prstGeom prst="round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8814816" y="400507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无地理限制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14816" y="4480560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哈梅内伊指令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34640" y="5138928"/>
            <a:ext cx="8897112" cy="10973"/>
          </a:xfrm>
          <a:prstGeom prst="rect">
            <a:avLst/>
          </a:prstGeom>
          <a:solidFill>
            <a:srgbClr val="D6CFC4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5212080"/>
            <a:ext cx="8897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为何重要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海峡袭击从投射物、水雷扩到无人机对质，美伊在中期选举前的谈判窗口更窄。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0" y="256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 ·  2026年10月31日  ·  星期六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49840" y="25603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03504"/>
            <a:ext cx="11277295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41248"/>
            <a:ext cx="5532120" cy="5596128"/>
          </a:xfrm>
          <a:prstGeom prst="roundRect">
            <a:avLst>
              <a:gd name="adj" fmla="val 826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042416"/>
            <a:ext cx="128016" cy="12801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9875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　海权 · 台湾以东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" y="1335024"/>
            <a:ext cx="50932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海警虎狮舰编队巡查台湾岛以东海域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6656" y="2450592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来源：中国海警局 / 新华社   ccg.gov.cn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" y="2798064"/>
            <a:ext cx="50932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海警发言人姜略31日称，虎狮舰编队当日在台湾岛以东海域开展常态化执法巡查。通报强调10月以来持续加强管控，将继续在相关管辖海域巡查，维护领土主权和海洋权益。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6656" y="4709160"/>
            <a:ext cx="5093208" cy="10973"/>
          </a:xfrm>
          <a:prstGeom prst="rect">
            <a:avLst/>
          </a:prstGeom>
          <a:solidFill>
            <a:srgbClr val="D6CFC4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4782312"/>
            <a:ext cx="5093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为何重要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这是把「以东海域」写成可核验的单日行动通报，而不是一般性表态。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841248"/>
            <a:ext cx="5468112" cy="5596128"/>
          </a:xfrm>
          <a:prstGeom prst="roundRect">
            <a:avLst>
              <a:gd name="adj" fmla="val 836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92240" y="1024128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信息不足 · 时政栏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1353312"/>
            <a:ext cx="5010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周六无例会，元首会见未见新稿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501091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外交部周六无例行记者会；未见习近平、李强、王毅31日新会见详稿。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李强国务院党组会、会见施泰因迈尔为30日新华社电，不补收。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商务部反FCC检测实验室限制新华社30日23:27，不补收。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达喀尔青奥会开幕式当地31日晚，央视中文稿11月1日04:40，入次日刊。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0" y="256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 ·  2026年10月31日  ·  星期六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49840" y="25603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03504"/>
            <a:ext cx="11277295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78638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468880" y="89611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科技开篇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没有国内火箭升空，也没有北美大模型或先进制程芯片的产品首发。折进沪时日历日的，是一颗在轨答俳句的TPU、两篇零点见刊的能源论文，以及印度补网与星链扩容。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2706624" cy="3611880"/>
          </a:xfrm>
          <a:prstGeom prst="roundRect">
            <a:avLst>
              <a:gd name="adj" fmla="val 1689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3504" y="370332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" y="4160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捕日者一次只开一颗TPU，受1千瓦供电限制。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46704" y="2468880"/>
            <a:ext cx="2706624" cy="3611880"/>
          </a:xfrm>
          <a:prstGeom prst="roundRect">
            <a:avLst>
              <a:gd name="adj" fmla="val 1689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6704" y="2788920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93008" y="370332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11296" y="4160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反应捕获分子催化剂连续运行门槛被写成可核验数字。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6208" y="2468880"/>
            <a:ext cx="2706624" cy="3611880"/>
          </a:xfrm>
          <a:prstGeom prst="roundRect">
            <a:avLst>
              <a:gd name="adj" fmla="val 1689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788920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82512" y="370332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星最低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160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NVS-03入轨后，NavIC回到独立定位所需最低配置。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25712" y="2468880"/>
            <a:ext cx="2706624" cy="3611880"/>
          </a:xfrm>
          <a:prstGeom prst="roundRect">
            <a:avLst>
              <a:gd name="adj" fmla="val 1689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25712" y="2788920"/>
            <a:ext cx="2706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272016" y="3703320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90304" y="4160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猎鹰9号2026年迄今发射次数，本日再送27颗星链。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0" y="256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 ·  2026年10月31日  ·  星期六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49840" y="25603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03504"/>
            <a:ext cx="11277295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841248"/>
            <a:ext cx="2103120" cy="5596128"/>
          </a:xfrm>
          <a:prstGeom prst="roundRect">
            <a:avLst>
              <a:gd name="adj" fmla="val 2174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C41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1883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在轨计算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谷歌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50292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沪时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8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877824"/>
            <a:ext cx="8897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TechCrunch · 30日10:00 PDT＝沪时31日01:00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1152144"/>
            <a:ext cx="8897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谷歌捕日者原型首次在轨给出AI应答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834640" y="1920240"/>
            <a:ext cx="8897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来源：TechCrunch / IT之家   techcrunch.com / ithome.com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231136"/>
            <a:ext cx="8897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搭载四颗TPU的捕日者原型完成约三周在轨调试，地面提示词令预装Gemma 4写出俳句。受1千瓦供电限制，一次仅能开启一颗TPU约20分钟。若测试过关，2027年计划再发射两星验证更高功率与星间光链路。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834640" y="3675888"/>
            <a:ext cx="8897112" cy="1234440"/>
          </a:xfrm>
          <a:prstGeom prst="roundRect">
            <a:avLst>
              <a:gd name="adj" fmla="val 3704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3822192"/>
            <a:ext cx="8531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「Blue marble below / Data streams in silent grace / Starlight feeds my core.」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4370832"/>
            <a:ext cx="8531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在轨首答 · 四颗TPU一次只开一颗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34640" y="5074920"/>
            <a:ext cx="8897112" cy="10973"/>
          </a:xfrm>
          <a:prstGeom prst="rect">
            <a:avLst/>
          </a:prstGeom>
          <a:solidFill>
            <a:srgbClr val="D6CFC4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5148072"/>
            <a:ext cx="8897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为何重要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这是数据中心级TPU第一次在轨完成端到端推理，也把太空算力的散热与功耗瓶颈写成可测量的20分钟窗口。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0" y="256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 ·  2026年10月31日  ·  星期六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49840" y="25603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03504"/>
            <a:ext cx="11277295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786384"/>
            <a:ext cx="112772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零点见刊的两篇能源论文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335024"/>
            <a:ext cx="5458968" cy="5084064"/>
          </a:xfrm>
          <a:prstGeom prst="roundRect">
            <a:avLst>
              <a:gd name="adj" fmla="val 899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536192"/>
            <a:ext cx="128016" cy="12801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4813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　科学 · 多伦多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1828800"/>
            <a:ext cx="4946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反应捕获催化剂连续运行逾1000小时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3232" y="2926080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来源：Nature Energy   s41560-026-02159-7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3236976"/>
            <a:ext cx="49469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Sinton组报告，碳纳米管负载共价钴酞菁在反应捕获体系中于50 mA/cm²连续运行逾1000小时，一氧化碳法拉第效率约80%、2.9伏下能量效率39%。早期约一半钴溶出，反而强化剩余Co–N配位。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" y="5230368"/>
            <a:ext cx="4946904" cy="10973"/>
          </a:xfrm>
          <a:prstGeom prst="rect">
            <a:avLst/>
          </a:prstGeom>
          <a:solidFill>
            <a:srgbClr val="D6CFC4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5303520"/>
            <a:ext cx="4946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为何重要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把「捕碳后再再生」省掉的能耗，写成可连续千小时的分子催化剂路径。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0488" y="1335024"/>
            <a:ext cx="5458968" cy="5084064"/>
          </a:xfrm>
          <a:prstGeom prst="roundRect">
            <a:avLst>
              <a:gd name="adj" fmla="val 899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536192"/>
            <a:ext cx="128016" cy="12801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47688" y="14813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　科学 · 密歇根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828800"/>
            <a:ext cx="4946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亚纳米三相界面实现中性海水光电分解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46520" y="2926080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来源：Nature Synthesis   s44160-026-01179-1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236976"/>
            <a:ext cx="49469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Mi组报告，原子级Cr(OH)x簇负载于铂修饰氮化镓纳米线，在中性盐水、聚光、相对可逆氢电极0伏条件下光电电流约100 mA/cm²、稳定逾50小时。肼辅助电解槽无偏压约70 mA/cm²。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5230368"/>
            <a:ext cx="4946904" cy="10973"/>
          </a:xfrm>
          <a:prstGeom prst="rect">
            <a:avLst/>
          </a:prstGeom>
          <a:solidFill>
            <a:srgbClr val="D6CFC4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5303520"/>
            <a:ext cx="4946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为何重要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直接用海水而不是高纯淡水制氢，把氢供给与传递的动力学瓶颈写成可工程化的三相界面。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0" y="256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 ·  2026年10月31日  ·  星期六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49840" y="25603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03504"/>
            <a:ext cx="11277295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786384"/>
            <a:ext cx="112772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一发补网，一发扩容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335024"/>
            <a:ext cx="5458968" cy="5084064"/>
          </a:xfrm>
          <a:prstGeom prst="roundRect">
            <a:avLst>
              <a:gd name="adj" fmla="val 899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536192"/>
            <a:ext cx="128016" cy="12801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4813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　导航 · 斯里哈里科塔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1828800"/>
            <a:ext cx="4946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印度NVS-03入轨，NavIC恢复四星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3232" y="2834640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来源：ISRO   isro.gov.in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3145536"/>
            <a:ext cx="49469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GSLV-F18于30日23:51 IST（沪时31日02:21）将NVS-03送入170.3×38080公里轨道。卫星携国产原子钟并新增L1信号。31日16:48 IST完成首次轨道机动，近地点抬至5477.6公里，目标槽位东经111.75度。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" y="5193792"/>
            <a:ext cx="4946904" cy="10973"/>
          </a:xfrm>
          <a:prstGeom prst="rect">
            <a:avLst/>
          </a:prstGeom>
          <a:solidFill>
            <a:srgbClr val="D6CFC4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5266944"/>
            <a:ext cx="4946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为何重要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NavIC此前仅三星无法独立定位，这一发把区域导航从「不够用」拉回最低可用。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0488" y="1335024"/>
            <a:ext cx="5458968" cy="5084064"/>
          </a:xfrm>
          <a:prstGeom prst="roundRect">
            <a:avLst>
              <a:gd name="adj" fmla="val 899"/>
            </a:avLst>
          </a:prstGeom>
          <a:solidFill>
            <a:srgbClr val="FFFCF7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536192"/>
            <a:ext cx="128016" cy="12801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47688" y="14813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　低轨 · 范登堡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1828800"/>
            <a:ext cx="4946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猎鹰9号再送27颗星链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46520" y="2834640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来源：Space.com   space.com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145536"/>
            <a:ext cx="49469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猎鹰9号31日04:04 UTC（沪时12:04）从范登堡升空，约62分钟后部署27颗星链。助推器B1093第18次飞行，在太平洋无人机船回收。这是SpaceX本年第118次猎鹰9号发射。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46520" y="5193792"/>
            <a:ext cx="4946904" cy="10973"/>
          </a:xfrm>
          <a:prstGeom prst="rect">
            <a:avLst/>
          </a:prstGeom>
          <a:solidFill>
            <a:srgbClr val="D6CFC4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5266944"/>
            <a:ext cx="4946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为何重要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在谷歌在轨推理与印度导航补网的同一天，星链继续以周频次扩容，低轨互联网的产能差被再次拉大。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每日时政科技简报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297680" y="256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 ·  2026年10月31日  ·  星期六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49840" y="25603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1277295" cy="16459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603504"/>
            <a:ext cx="11277295" cy="9144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78638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EVENING LEDGER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786384"/>
            <a:ext cx="4782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第040期 · 收束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60704"/>
            <a:ext cx="11277295" cy="2743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115568"/>
            <a:ext cx="11277295" cy="10973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26187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景气跌回收缩，海峡再起火，在轨TPU第一次开口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19385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局把十月写成49.3%与49.7%两道收缩线。新华社夜里把机关学习《决定》写成全景通稿。进博会展区写到44万平方米。霍尔木兹再起火。谷歌捕日者答了一句俳句。印度把NavIC拉回四星。国内火箭与芯片产品栏今日留白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532120" cy="2331720"/>
          </a:xfrm>
          <a:prstGeom prst="roundRect">
            <a:avLst>
              <a:gd name="adj" fmla="val 1961"/>
            </a:avLst>
          </a:prstGeom>
          <a:solidFill>
            <a:srgbClr val="2424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260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时政五条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18688"/>
            <a:ext cx="5166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十月制造业PMI回落至49.3%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中央和国家机关学习贯彻五中全会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进博会冲刺：展区首破44万平方米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拉万岛以南油轮遇袭，哈梅内伊令反击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海警虎狮舰编队巡查台湾岛以东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2834640"/>
            <a:ext cx="5532120" cy="2331720"/>
          </a:xfrm>
          <a:prstGeom prst="roundRect">
            <a:avLst>
              <a:gd name="adj" fmla="val 1961"/>
            </a:avLst>
          </a:prstGeom>
          <a:solidFill>
            <a:srgbClr val="242424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9260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科技五条 · 缺口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82512" y="3218688"/>
            <a:ext cx="5166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谷歌捕日者原型首次在轨给出AI应答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反应捕获催化剂连续运行逾1000小时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亚纳米三相界面实现中性海水光电分解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印度NVS-03入轨，NavIC恢复四星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猎鹰9号再送27颗星链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285232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日期窗口：Asia/Shanghai 2026-10-31 00:00 至 2026-11-01 00:00。交叉核验新华社、中新社、解放日报、半岛电视台、海警局、TechCrunch、Nature 子刊、ISRO、Space.com。排除30日元首会见、19日北极卫星互联网首发，以及中文稿11月1日见报的达喀尔青奥会。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108192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每日时政科技简报 · 第040期 · 完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每日时政科技简报 · 第040期 · 2026-10-31</dc:title>
  <dc:subject>Asia/Shanghai 昨日新闻</dc:subject>
  <dc:creator>每日时政科技简报</dc:creator>
  <cp:lastModifiedBy>每日时政科技简报</cp:lastModifiedBy>
  <cp:revision>1</cp:revision>
  <dcterms:created xsi:type="dcterms:W3CDTF">2026-11-01T00:08:28Z</dcterms:created>
  <dcterms:modified xsi:type="dcterms:W3CDTF">2026-11-01T00:08:28Z</dcterms:modified>
</cp:coreProperties>
</file>