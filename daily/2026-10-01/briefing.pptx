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第010期  ·  2026年10月1日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5852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●  THE MORNING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868680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ASIA / SHANGHAI　昨日新闻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88720"/>
            <a:ext cx="11183112" cy="274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61872"/>
            <a:ext cx="11183112" cy="9144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44752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1E3A"/>
                </a:solidFill>
                <a:latin typeface="Cambria"/>
                <a:ea typeface="Cambria"/>
              </a:rPr>
              <a:t>第零壹零期  ·  二零二六年十月一日  ·  星期四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828800"/>
            <a:ext cx="111556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9C2B6"/>
                </a:solidFill>
                <a:latin typeface="Calibri"/>
                <a:ea typeface="Calibri"/>
              </a:rPr>
              <a:t>只收录该日发生或该日首发的稿件。广场上的国庆，对岸法庭的闯馆案，前线模型先给防御方。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11880"/>
            <a:ext cx="3520440" cy="169164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730752"/>
            <a:ext cx="31089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C41E3A"/>
                </a:solidFill>
                <a:latin typeface="Cambria"/>
                <a:ea typeface="Cambria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572000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7F4EF"/>
                </a:solidFill>
                <a:latin typeface="Calibri"/>
                <a:ea typeface="Calibri"/>
              </a:rPr>
              <a:t>时政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86460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升旗 · 祝贺 · 伊朗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3611880"/>
            <a:ext cx="3520440" cy="169164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7" y="3730752"/>
            <a:ext cx="31089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C41E3A"/>
                </a:solidFill>
                <a:latin typeface="Cambria"/>
                <a:ea typeface="Cambria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7" y="4572000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7F4EF"/>
                </a:solidFill>
                <a:latin typeface="Calibri"/>
                <a:ea typeface="Calibri"/>
              </a:rPr>
              <a:t>科技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7" y="486460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Argon · 麒麟 · 载人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3611880"/>
            <a:ext cx="3520440" cy="169164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3730752"/>
            <a:ext cx="31089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C41E3A"/>
                </a:solidFill>
                <a:latin typeface="Cambria"/>
                <a:ea typeface="Cambria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572000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7F4EF"/>
                </a:solidFill>
                <a:latin typeface="Calibri"/>
                <a:ea typeface="Calibri"/>
              </a:rPr>
              <a:t>合计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8" y="486460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周四沪时首发可核验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532120"/>
            <a:ext cx="1115568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今日主线：10.1 万人在天安门看升旗；新华社综合多国政要祝贺。特朗普在《时代》称中期选举后可能再炸伊朗，五角大楼向中东增派第三航母群。东京开审村田闯馆案。Gemini 4 Argon 先给网安伙伴，Mate 90 把逻辑折叠带进直板旗舰，Crew-13 于沪时夜升空。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第010期  ·  2026年10月1日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8288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C41E3A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960120"/>
            <a:ext cx="95097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Cambria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536192"/>
            <a:ext cx="9509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Calibri"/>
              </a:rPr>
              <a:t>周三夜的招待会已入前刊。周四轮到广场、使馆招待会，以及美伊把「选举后再打」写成公开句子。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11183112" cy="141732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04288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引　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106984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“我们必须做出决定：要么炸毁他们，要么达成协议。”——特朗普，《时代》1 日刊出专访；新华社华盛顿同日电转述「中期选举后加大对伊朗轰炸有可能」。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40480"/>
            <a:ext cx="3520440" cy="233172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977639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</a:rPr>
              <a:t>06:10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64515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</a:rPr>
              <a:t>天安门升旗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956048"/>
            <a:ext cx="31089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10.1 万人观礼，国旗升至顶端，万羽和平鸽放飞。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3840480"/>
            <a:ext cx="3520440" cy="233172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7" y="3977639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</a:rPr>
              <a:t>13:05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7" y="464515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</a:rPr>
              <a:t>多国祝贺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7" y="4956048"/>
            <a:ext cx="31089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新华社综合驻外记者，使领馆招待会汇成当日外交色彩。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3840480"/>
            <a:ext cx="3520440" cy="233172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8" y="3977639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</a:rPr>
              <a:t>20:27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464515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Calibri"/>
              </a:rPr>
              <a:t>时代专访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956048"/>
            <a:ext cx="31089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特朗普称选举后再炸「有可能」，霍尔木兹提议「还不够好」。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第010期  ·  2026年10月1日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广场上的七十七周年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招待会已见昨夜。本日把华诞写成可清点的观礼人数。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11183112" cy="4434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30175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C41E3A"/>
                </a:solidFill>
                <a:latin typeface="Cambria"/>
                <a:ea typeface="Cambria"/>
              </a:rPr>
              <a:t>10.1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万人观礼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74720"/>
            <a:ext cx="3017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01　时政 · 北京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22191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6:06 号角　/　6:11 升顶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96 名护旗队员过金水桥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011680"/>
            <a:ext cx="7223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天安门升旗，十万人见证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788920"/>
            <a:ext cx="7223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来源：中新社 / 北京日报　·　bj.chinanews.com.cn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154680"/>
            <a:ext cx="722376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10月1日清晨，天安门广场举行国庆升旗。中新社称10.1万余名民众观礼；北京日报记6时11分国旗升至顶端，上万只和平鸽放飞，96名护旗队员过金水桥。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4983480"/>
            <a:ext cx="722376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5056632"/>
            <a:ext cx="72237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257800"/>
            <a:ext cx="7223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国庆当日把77周年写成广场上可核验的公共仪式，而不是前夜招待会的转述。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第010期  ·  2026年10月1日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使馆祝酒，法庭开庭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外交部休会至八日。祝贺走使领馆，交涉走进东京地裁。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5394960" cy="4434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外交 ·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多国政要祝贺华诞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来源：新华社　·　news.cn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10128"/>
            <a:ext cx="49377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新华社1日综合：多国政要出席我驻外使领馆国庆招待会。朝鲜金亨植、缅甸副总统、意副总理萨尔维尼、南非旅游部长、秘鲁副外长等致贺，多人重申一个中国政策；萨尔维尼称中国人工智能走在前列。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83480"/>
            <a:ext cx="493776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56632"/>
            <a:ext cx="49377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57800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休会周里，这组综合稿是国庆当日可见的官方外交色彩。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1783080"/>
            <a:ext cx="5394960" cy="4434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9385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中日 ·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212848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村田闯馆案开庭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999232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来源：新华社　·　news.cn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310128"/>
            <a:ext cx="49377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东京地方法院1日首次公开审理陆自三等陆尉村田晃大3月24日携刀翻墙闯入中国驻日使馆案。他承认闯入与违反枪刀法，辩方称威胁「不构成犯罪」。日方迄今仅表遗憾、未道歉。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9672" y="4983480"/>
            <a:ext cx="493776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5056632"/>
            <a:ext cx="49377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5257800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闯馆案进入公开庭审，中日交涉从外交抗议落到日本法庭记录。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第010期  ·  2026年10月1日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选举后再打，航母先走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口头时间表与舰艇日程第一次写在同一天。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5394960" cy="4434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美伊 ·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中期后或再炸伊朗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来源：新华社 / 《时代》　·　news.cn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10128"/>
            <a:ext cx="49377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新华社华盛顿1日电：《时代》当天刊发专访，特朗普称中期选举后加大对伊朗轰炸「有可能」，并拒绝伊方重开霍尔木兹提议，「还不够好」。他称美方弹药储备「状态良好」。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83480"/>
            <a:ext cx="493776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56632"/>
            <a:ext cx="49377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57800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拒绝七日复航之后，第一次把「选举后再打」写成公开时间表。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1783080"/>
            <a:ext cx="5394960" cy="4434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9385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军事 ·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212848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第三航母群东移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999232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来源：美联社 / 华尔街日报　·　citynews.ca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310128"/>
            <a:ext cx="49377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美联社1日引述官员：约9000人随舰赴中东，含第三航母打击群。《华尔街日报》称罗斯福号9月27日启程；若华盛顿号留下，将是4月以来首次三航母同区，兵力11月底前与当地逾5万美军会合。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9672" y="4983480"/>
            <a:ext cx="493776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5056632"/>
            <a:ext cx="49377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5257800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口头威胁之外，部署把「十一月再打」写成可调度的火力。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第010期  ·  2026年10月1日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8288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C41E3A"/>
                </a:solidFill>
                <a:latin typeface="Cambria"/>
                <a:ea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960120"/>
            <a:ext cx="95097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Cambria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536192"/>
            <a:ext cx="9509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Calibri"/>
              </a:rPr>
              <a:t>周四的科技栏先交前线模型，再交直板旗舰里的逻辑折叠，夜里把人送上轨道。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48840"/>
            <a:ext cx="2651760" cy="2148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240280"/>
            <a:ext cx="23957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</a:rPr>
              <a:t>1M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2880360"/>
            <a:ext cx="23957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</a:rPr>
              <a:t>输出上限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3145536"/>
            <a:ext cx="2395728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Argon 把生成窗口从 64K 拉到百万 token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148840"/>
            <a:ext cx="2651760" cy="2148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2240280"/>
            <a:ext cx="23957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</a:rPr>
              <a:t>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2880360"/>
            <a:ext cx="23957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</a:rPr>
              <a:t>逻辑折叠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3145536"/>
            <a:ext cx="2395728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9050 Pro 从三折叠走进 Mate 直板旗舰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148840"/>
            <a:ext cx="2651760" cy="2148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2240280"/>
            <a:ext cx="23957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</a:rPr>
              <a:t>23:10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880360"/>
            <a:ext cx="23957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</a:rPr>
              <a:t>沪时升空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145536"/>
            <a:ext cx="2395728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Crew-13 自卡纳维拉尔角 40 号工位起飞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2148840"/>
            <a:ext cx="2651760" cy="2148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6" y="2240280"/>
            <a:ext cx="23957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6" y="2880360"/>
            <a:ext cx="23957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</a:rPr>
              <a:t>国内发射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3145536"/>
            <a:ext cx="2395728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检索未见 1 日长征或商业火箭通稿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480560"/>
            <a:ext cx="11183112" cy="1737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617720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编辑观察 · 排除清单与缺口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919472"/>
            <a:ext cx="1069848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未混入：国庆招待会、PMI、发展报告、国台办与外交部例会（已见 30 日刊）；Dots / GPT-Synopsys / DeepSeek 昇腾工具链（30 日首发）；外管局国际收支报告 29 日发布。捕日者入轨确认博客 1 日 23:30 UTC（沪时 2 日 07:30），发射窗口折沪时已入 2 日凌晨，留给次日刊。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第010期  ·  2026年10月1日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前线模型，先给防御方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七个月未交旗舰之后，谷歌把公开放写成安全审查的下一阶段。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6903720" cy="4434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6446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06　人工智能 · 伦敦 / 山景城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67712"/>
            <a:ext cx="64465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Gemini 4 Argon 限量试开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6446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来源：Google 黑板报 / DeepMind　·　china.googleblog.com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01568"/>
            <a:ext cx="64465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沪时1日凌晨见英文详稿，中文博客同日刊出。Argon经Fairwind向可信网安伙伴试开放，输出上限100万token，首发价输入2、输出10美元/百万token。DeepSWE 77.9%，全面上市仍无日期。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074920"/>
            <a:ext cx="644652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148072"/>
            <a:ext cx="64465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6446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谷歌把前线模型写成「先给防御方、再谈公开放」，而不是又一次全面上市。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1783080"/>
            <a:ext cx="4050791" cy="205740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1920240"/>
            <a:ext cx="36576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</a:rPr>
              <a:t>77.9%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2606040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</a:rPr>
              <a:t>DeepSWE v1.1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2907792"/>
            <a:ext cx="3657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长程软件工程，InfoWorld 记 Opus 5.5 为 74.2%。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4023360"/>
            <a:ext cx="4050791" cy="219456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4160520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$2 / $10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4681728"/>
            <a:ext cx="36576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首发百万 token 价；过导引期回 $4 / $20。CWE-bench 修复分 68%，并列第一。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第010期  ·  2026年10月1日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夜里送人上天，白天折叠进直板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一条是商业载人的例行轮换。一条是国产旗舰的芯片路线。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5394960" cy="4434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航天 · 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Crew-13 沪时夜升空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来源：NASA　·　nasa.gov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10128"/>
            <a:ext cx="49377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猎鹰9号1日11:10 EDT（沪时23:10）自卡纳维拉尔角40号工位升空，载NASA沃特金斯、德莱尼，加拿大库特里克，俄罗斯捷捷里亚特尼科夫，约7小时50分赴空间站。对接窗口折沪时已入2日，本日只记升空。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83480"/>
            <a:ext cx="493776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56632"/>
            <a:ext cx="49377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57800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例行轮换在国庆夜把人送上轨道，对接是否破纪录留给次日核验。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1783080"/>
            <a:ext cx="5394960" cy="4434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9385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芯片 · 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212848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逻辑折叠进直板旗舰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999232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来源：每日经济新闻　·　nbd.com.cn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310128"/>
            <a:ext cx="49377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华为1日上午发布Mate 90及HarmonyOS 7，正午开售。全系旗舰τ芯片：9030、9035，Pro Max用9050 Pro逻辑折叠。余承东称该技术从三折叠走进直板旗舰。鸿蒙6/7终端已超9000万。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9672" y="4983480"/>
            <a:ext cx="493776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5056632"/>
            <a:ext cx="49377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5257800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逻辑折叠第一次接受主力直板出货的检验，而不只是折叠小众机的展示。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第010期  ·  2026年10月1日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容错编码，光纤里的簇态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国内发射栏留白。两篇 1 日顶刊把量子制备与传输写成可核验数据。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5394960" cy="4434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09　量子计算 · npj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表面码幺正容错编码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80360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来源：npj Quantum Information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493776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1日发表。强化学习在surface-17上找到策略后，推广到任意码距表面码的Pauli本征态幺正制备，仅用几何局域门，深度O(d)。无辅助比特方案逻辑错误率可降一个数量级。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754880"/>
            <a:ext cx="493776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28032"/>
            <a:ext cx="49377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把逻辑态制备写成可保持码距的幺正电路，对测量昂贵的离子阱与中性原子更关键。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1783080"/>
            <a:ext cx="5394960" cy="269748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901952"/>
            <a:ext cx="4937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10　量子通信 · Light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139696"/>
            <a:ext cx="49377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</a:rPr>
              <a:t>簇态走过二十九公里光纤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596896"/>
            <a:ext cx="49377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来源：Light: Science &amp; Applications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2834640"/>
            <a:ext cx="49377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1日发表。首次将四比特簇态经部分已铺设单模光纤传给两方，距离29公里，并认证真正多比特纠缠。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3822191"/>
            <a:ext cx="49377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4005072"/>
            <a:ext cx="4937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测量基量子计算的核心资源第一次走进已铺设电信光纤。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1072" y="4617720"/>
            <a:ext cx="5394960" cy="160020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4709160"/>
            <a:ext cx="49377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信息不足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937760"/>
            <a:ext cx="493776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当日无国内发射通稿。捕日者入轨确认已过沪时日界。Astra Ultrafast 英伟达博客亦在 2 日凌晨。白宫 AI 协议为 29 日签字。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第010期  ·  2026年10月1日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5852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THE EVENING LEDGER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868680"/>
            <a:ext cx="4206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第010期 · 收束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43584"/>
            <a:ext cx="11183112" cy="9144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1732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7F4EF"/>
                </a:solidFill>
                <a:latin typeface="Cambria"/>
                <a:ea typeface="Cambria"/>
              </a:rPr>
              <a:t>广场落旗，模型未公开放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03120"/>
            <a:ext cx="1115568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2D8"/>
                </a:solidFill>
                <a:latin typeface="Calibri"/>
                <a:ea typeface="Calibri"/>
              </a:rPr>
              <a:t>10.1 万人看升旗，使馆招待会汇成祝贺稿，东京地裁开审闯馆案。特朗普把「选举后再炸」说给《时代》，第三航母群同时东移。Argon 先给网安伙伴，Mate 90 让逻辑折叠接受直板出货检验，Crew-13 在沪时夜里离地。两篇量子论文补上发射栏的空白。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00400"/>
            <a:ext cx="5394960" cy="233172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01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时政五条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493776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1. 天安门升旗，十万人见证
2. 多国政要祝贺华诞
3. 村田闯馆案开庭
4. 中期后或再炸伊朗
5. 第三航母群东移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3200400"/>
            <a:ext cx="5394960" cy="233172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33101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科技五条 · 缺口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611880"/>
            <a:ext cx="493776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1. Gemini 4 Argon 限量试开
2. Crew-13 沪时夜升空
3. 逻辑折叠进直板旗舰
4. 表面码幺正容错编码
5. 簇态走过二十九公里光纤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6692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日期窗口：Asia/Shanghai 2026-10-01 00:00 至 2026-10-02 00:00。交叉来源：中新社、北京日报、新华社、《时代》、美联社、华尔街日报、Google DeepMind、NASA、每日经济新闻、npj Quantum Information、Light: Science &amp; Applications。排除前刊已入账稿件、9 月 29 日外管局报告，以及沪时 10 月 2 日凌晨的捕日者入轨确认。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217920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每日时政科技简报 · 第010期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