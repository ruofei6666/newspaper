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6583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THE MORNING 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05079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第002期 · 上海刊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713232"/>
            <a:ext cx="6400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NEWSROOM · ASIA / SHANGHAI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二零二六年九月二十三日 · 星期三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417320" cy="4114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69037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只记昨日事，不贩未知风。元首专机离京，技能大会开幕，霍尔木兹开出一周时间表。昨夜截稿，时政六章，科技五章，凡十一则。访美现场与芯片设计同入一版，不混入廿二日云栖与联大旧稿。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2788920"/>
            <a:ext cx="4005072" cy="2788920"/>
          </a:xfrm>
          <a:prstGeom prst="rect">
            <a:avLst/>
          </a:prstGeom>
          <a:solidFill>
            <a:srgbClr val="24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907792"/>
            <a:ext cx="3611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本期目录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3218688"/>
            <a:ext cx="36118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访美启程与四条红线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2  技能大会与外交划线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3  联大演说对照霍尔木兹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4  低轨组网与私有记忆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5  欧陆芯片与数贸开幕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ASIA / SHANGHAI · 昨日日历 2026-09-23 · 不收录更早稿件与今日凌晨之后首发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41248"/>
            <a:ext cx="6583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POLICY · DIPLOMACY · PUBLIC AFFAIRS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060704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804672"/>
            <a:ext cx="2450592" cy="8686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859536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精选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042415"/>
            <a:ext cx="217627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6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371600"/>
            <a:ext cx="217627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国内三则 · 国际三则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昨日有两条主线同时拉开：一条在北京与上海，国事访问启程、技能大会开幕；一条在纽约，伊朗总统登上联大讲坛，霍尔木兹开出条件。本版只取当日发生或当日首发，不混入廿一日访美预告，也不重刊廿二日联大开场旧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11274552" cy="3429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63240"/>
            <a:ext cx="10515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刊头引句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29000"/>
            <a:ext cx="105156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“台湾问题、民主人权、道路制度、发展权利四条红线不容挑战。”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6235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—— 谢锋　《人民日报》9月23日署名文章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国内要闻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486400" cy="5349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北京 / 华盛顿 · 元首外交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习近平离京展开对美国国事访问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新华社  news.cn/world/20260923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9月23日下午，习近平乘专机离开北京，应特朗普邀请对美国进行国事访问。彭丽媛、蔡奇、王毅等陪同。此行时隔十一年再赴美国国事访问，也是两国元首半年内完成互访。白宫将于当地时间二十四日举行欢迎仪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访问从预告进入现场，关税、稀土、人工智能与台湾问题将在峰会上摊牌。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987552"/>
            <a:ext cx="5486400" cy="534924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北京 · 公开立场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谢锋刊文重申四条红线，反对人工智能版“星球大战”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人民日报  2026年9月23日 第03版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驻美大使谢锋二十三日在《人民日报》撰文，称台湾问题、民主人权、道路制度、发展权利四条红线不容挑战，并指中美竞争应是良性的，“不能再设矽幕，更不能搞人工智能版星球大战”。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元首会晤当天，中方把红线与人工智能军备竞赛一并写入公开立场。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公共事务与外交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486400" cy="5349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上海 · 技能与就业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李强出席世界技能大会，倡议建设世界技能创新中心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中新社  上海9月23日电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李强二十三日上午在上海出席二〇二六年世界技能大会开幕式。他提出发展更有民生温度、更具创新活力、更加开放包容的技能，并呼吁开展人工智能通识教育。马来西亚总理安瓦尔等约一千九百名代表与会。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把技能培训与人工智能转型并写，显示就业政策正跟着产业换代走。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987552"/>
            <a:ext cx="5486400" cy="534924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北京 · 例行记者会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外交部批日本“再军事化”，反对对伊单边制裁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中华人民共和国外交部  9月23日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发言人郭嘉昆回应高市早苗联大呼吁删除《宪章》“敌国条款”，称日本现政权否认侵略历史、加速再军事化。就美方威胁制裁允许伊朗航班降落的国家，他重申反对未经安理会授权的非法单边制裁。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联大周期里，北京同时对日本历史修正与中东次级制裁划线。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对照 · 战争与能源　　同一日的两条中东战线：讲坛上谈尊严，航道上谈条件。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5486400" cy="5303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5486400" cy="6400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20700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 · 纽约 · 联合国大会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36192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伊朗总统联大演说：不屈膝，但愿谈判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Guardian  2026-09-23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33472"/>
            <a:ext cx="5029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佩泽希基安在联大称美国才是中东的霸凌者，同时表示“我们准备对话、外交与谈判，但不接受武力语言”。美国代表团在其开讲时离场。这是伊美开战以来伊朗领导人首次在联大发言。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74920"/>
            <a:ext cx="5029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21808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战争近七月后，德黑兰在最高讲坛同时释放抵抗与外交信号。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024128"/>
            <a:ext cx="5486400" cy="5303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024128"/>
            <a:ext cx="5486400" cy="6400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20700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 · 海湾 · 霍尔木兹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536192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伊朗称若美方解除封锁，一周内可重开海峡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30428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CNBC  2026-09-23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633472"/>
            <a:ext cx="5029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伊朗官员称，若美国缓解军事压力并解除对伊朗港口封锁，可于一周内重开霍尔木兹海峡。战前该海峡承载全球约五分之一油气运输；目前日均过境约六百九十八万桶，约为战前三成八。布伦特原油在一百美元附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5074920"/>
            <a:ext cx="5029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321808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能源通道与中期选举前的油价，成为停火谈判的硬筹码。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280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841248"/>
            <a:ext cx="6583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CHIPS · SPACE ·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060704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804672"/>
            <a:ext cx="2450592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859536"/>
            <a:ext cx="217627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精选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042415"/>
            <a:ext cx="217627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5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371600"/>
            <a:ext cx="217627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组网一夜 · 设计两端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127455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昨夜火箭在海南升空，谷歌把记忆锁进飞地，欧陆用四千万欧元去抢芯片设计周期。云栖与骁龙峰会已在前一日落槌，本版不重刊真武、骁龙与 GPT-6 旧闻，只收廿三日首发。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246120" cy="3246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00400"/>
            <a:ext cx="2834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21:32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89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长八甲海南升空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749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低轨二十六组入轨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2926080"/>
            <a:ext cx="3246120" cy="3246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200400"/>
            <a:ext cx="2834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€40M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89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德荷芯片设计挑战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749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要把数年压到数周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27264" y="2926080"/>
            <a:ext cx="3246120" cy="3246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3200400"/>
            <a:ext cx="2834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389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数贸会人工智能展商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50749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超过两千家企业到场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轨道与记忆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6903720" cy="5349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097280"/>
            <a:ext cx="661111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661111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海南 · 航天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661111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长八甲成功发射卫星互联网低轨第二十六组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661111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新华社  海南文昌9月23日电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87168"/>
            <a:ext cx="661111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二十三日二十一时三十二分，长征八号甲火箭在海南商业航天发射场升空，将卫星互联网低轨二十六组卫星送入预定轨道。任务取得圆满成功。这是中国低轨卫星互联网持续组网的又一次夜间发射。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95544"/>
            <a:ext cx="661111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550408"/>
            <a:ext cx="661111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51576"/>
            <a:ext cx="661111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星座补网进入高频节奏，商业航天场与长八甲成为主力通道。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2672" y="987552"/>
            <a:ext cx="4069080" cy="5349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170432"/>
            <a:ext cx="3703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37033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密钥留在手机里，记忆才能上云。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926080"/>
            <a:ext cx="3703320" cy="3063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谷歌承认，端侧算力撑不起前沿模型的连续记忆。它给出的折中是：云端保险库加密存放，解密钥匙只在用户设备上。飞地处理完立刻再锁上。这不是产品发布，是一次把“谷歌自己也读不到”写成可审计协议的尝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隐私架构与芯片主权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486400" cy="534924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美国 · 人工智能隐私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谷歌为私有人工智能计算加上跨设备安全记忆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Google DeepMind  2026-09-23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谷歌二十三日公布 Private AI Compute 新架构：云端持久记忆以加密保险库存放，解密密钥只留在用户设备。安全飞地临时解密处理请求后立即再加密，并发布可校验的服务器软件公开记录与独立审计结果。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云端大模型要记住跨设备上下文，必须先证明平台自己也读不到。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987552"/>
            <a:ext cx="5486400" cy="5349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阿姆斯特丹 / 柏林 · 芯片主权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德荷投入四千万欧元，用人工智能加速芯片设计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路透社  Amsterdam/Berlin, Sept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荷兰 NADI 与德国 SPRIND 宣布，二十个月内投入四千万欧元，资助小团队用人工智能把芯片设计周期从数年压缩到数周，聚焦训练与推理芯片。荷兰首相耶滕称，欧洲不能再一国一国创新。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欧洲把主权缺口从晶圆厂前移到设计层，借阿斯麦生态补自己的架构短板。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设计工具与贸易现场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486400" cy="5349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圣克拉拉 · 先进制程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新思与台积电把智能体带进先进制程设计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Synopsys  2026-09-23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新思科技与台积电二十三日宣布，在 A14 等先进制程上启用智能体工作流：Fusion Compiler 引入大模型辅助分析，3DIC Compiler 自动协同芯粒布局。N2P 上已具备 PCIe 7.0、HBM4、LPDDR6 等接口 IP。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芯片设计本身正在被智能体改写，先进制程的瓶颈从人手转向工具链。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987552"/>
            <a:ext cx="5486400" cy="534924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87552"/>
            <a:ext cx="73152" cy="53492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097280"/>
            <a:ext cx="51937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353312"/>
            <a:ext cx="519379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杭州 · 数字贸易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572768"/>
            <a:ext cx="5193792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第五届全球数贸会开幕，近半展商来自人工智能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231136"/>
            <a:ext cx="519379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中新网  杭州9月23日电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487168"/>
            <a:ext cx="519379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第五届全球数字贸易博览会二十三日在杭州开幕，主题围绕人工智能赋能数字贸易。超过两千家企业参展，其中人工智能企业九百九十六家；展区探索“模型即服务”跨境贸易，并展示具身智能与集成电路全链。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9944" y="5495544"/>
            <a:ext cx="519379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550408"/>
            <a:ext cx="519379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5751576"/>
            <a:ext cx="5193792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数字贸易正从货物跨境转向模型、算力和数据的可交易化。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852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3095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第002期 · 2026.09.23 · 星期三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"/>
            <a:ext cx="11277295" cy="127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30352"/>
            <a:ext cx="777240" cy="381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收束 · 十一则回目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6720840" cy="4937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01  习近平离京，展开对美国国事访问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02  谢锋重申四条红线，反对人工智能军备竞赛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03  李强在沪出席世界技能大会并致辞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04  外交部批日本再军事化，反对对伊单边制裁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05  伊朗总统联大演说：不屈膝，但愿谈判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06  伊朗开出条件，称一周内可重开霍尔木兹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07  长八甲夜间发射，低轨二十六组入轨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08  谷歌为云端助手加上跨设备私有记忆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09  德荷投入四千万欧元加速人工智能芯片设计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10  新思与台积电把智能体写入先进制程流程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11  杭州数贸会开幕，人工智能展商几近半数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98448"/>
            <a:ext cx="4233672" cy="4160520"/>
          </a:xfrm>
          <a:prstGeom prst="rect">
            <a:avLst/>
          </a:prstGeom>
          <a:solidFill>
            <a:srgbClr val="24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444752"/>
            <a:ext cx="385876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明日关注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792224"/>
            <a:ext cx="3858768" cy="342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Calibri"/>
                <a:cs typeface="Calibri"/>
              </a:rPr>
              <a:t>白宫欢迎仪式与中美元首会谈（二十四日，当地时间）。韩正出席第八十一届联大一般性辩论（二十四日至二十六日，二十二日已宣布，故未入昨日正刊）。世界技能大赛与数贸会持续至二十七日。
未收录廿二日及更早稿：沪上调研、耕地立法、韩正预告、特朗普联大开场、真武 V900、二十吉瓦、骁龙、GPT-6、海光一千、IonQ 解码器。住房公积金为二十日稿。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编辑说明：时区 Asia/Shanghai，日期 2026-09-23。时政 6 条，科技 5 条，合计 11 条。交叉核验官方与主流通讯社。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