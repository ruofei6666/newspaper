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9C2B6"/>
                </a:solidFill>
                <a:latin typeface="Calibri"/>
                <a:ea typeface="Calibri"/>
              </a:rPr>
              <a:t>第035期  ·  2026年10月26日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41E3A"/>
                </a:solidFill>
                <a:latin typeface="Calibri"/>
                <a:ea typeface="Calibri"/>
              </a:rPr>
              <a:t>封面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455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9C2B6"/>
                </a:solidFill>
                <a:latin typeface="Calibri"/>
                <a:ea typeface="Calibri"/>
              </a:rPr>
              <a:t>●  THE MORNING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8368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9C2B6"/>
                </a:solidFill>
                <a:latin typeface="Calibri"/>
                <a:ea typeface="Calibri"/>
              </a:rPr>
              <a:t>ASIA / SHANGHAI    昨日新闻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950976"/>
            <a:ext cx="11274552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41E3A"/>
                </a:solidFill>
                <a:latin typeface="Calibri"/>
                <a:ea typeface="Calibri"/>
              </a:rPr>
              <a:t>第零叁伍期  ·  二零二六年十月二十六日  ·  星期一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471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59152"/>
            <a:ext cx="11247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C9C2B6"/>
                </a:solidFill>
                <a:latin typeface="Calibri"/>
                <a:ea typeface="Calibri"/>
              </a:rPr>
              <a:t>只收录该日发生或该日首发的稿件。北京把五中全会写成开幕电讯。国务院把事业单位写成第849号令。巴西把第二轮写成逆转。霍索恩把四百亿美元写成融资租赁。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73552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383280"/>
            <a:ext cx="320040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59936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7F4EF"/>
                </a:solidFill>
                <a:latin typeface="Calibri"/>
                <a:ea typeface="Calibri"/>
              </a:rPr>
              <a:t>时政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315968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9C2B6"/>
                </a:solidFill>
                <a:latin typeface="Calibri"/>
                <a:ea typeface="Calibri"/>
              </a:rPr>
              <a:t>全会 · 条例 · 卢拉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3273552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3383280"/>
            <a:ext cx="320040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C41E3A"/>
                </a:solidFill>
                <a:latin typeface="Cambria"/>
                <a:ea typeface="Cambria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4059936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7F4EF"/>
                </a:solidFill>
                <a:latin typeface="Calibri"/>
                <a:ea typeface="Calibri"/>
              </a:rPr>
              <a:t>科技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4315968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9C2B6"/>
                </a:solidFill>
                <a:latin typeface="Calibri"/>
                <a:ea typeface="Calibri"/>
              </a:rPr>
              <a:t>融资租赁 · Maestro · NUS1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3273552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3383280"/>
            <a:ext cx="320040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C41E3A"/>
                </a:solidFill>
                <a:latin typeface="Cambria"/>
                <a:ea typeface="Cambria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4059936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7F4EF"/>
                </a:solidFill>
                <a:latin typeface="Calibri"/>
                <a:ea typeface="Calibri"/>
              </a:rPr>
              <a:t>合计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4315968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9C2B6"/>
                </a:solidFill>
                <a:latin typeface="Calibri"/>
                <a:ea typeface="Calibri"/>
              </a:rPr>
              <a:t>周一沪时首发可核验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92040"/>
            <a:ext cx="112471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7F4EF"/>
                </a:solidFill>
                <a:latin typeface="Calibri"/>
                <a:ea typeface="Calibri"/>
              </a:rPr>
              <a:t>今日主线：二十届五中全会在京开幕。国务院公布《事业单位登记管理条例》。卢拉逆转连任，中方祝贺。外交部宣布冰岛外长访华并哀悼福田康夫。巴青烈度图发布。UKMTO迟报霍尔木兹油轮遭袭。SpaceX与阿波罗达成约400亿美元GPU租赁。楷登发布Maestro。《自然·神经科学》把NUS1写成铁死亡轴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第035期  ·  2026年10月26日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时政开篇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4630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713232"/>
            <a:ext cx="969264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261872"/>
            <a:ext cx="9692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全会把从严治党写成讨论稿说明。条例把事业单位写成法人登记。巴西把第二轮写成逆转。那曲把破坏写成烈度图。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11274552" cy="11704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01952"/>
            <a:ext cx="107899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刊头摘句  ·  新华社开幕电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157984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A1A"/>
                </a:solidFill>
                <a:latin typeface="Cambria"/>
                <a:ea typeface="Cambria"/>
              </a:rPr>
              <a:t>「习近平代表中央政治局向全会作工作报告，并就从严治党决定讨论稿向全会作了说明。」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54680"/>
            <a:ext cx="3566160" cy="23317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73552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C41E3A"/>
                </a:solidFill>
                <a:latin typeface="Cambria"/>
                <a:ea typeface="Cambria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913632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4A5568"/>
                </a:solidFill>
                <a:latin typeface="Calibri"/>
                <a:ea typeface="Calibri"/>
              </a:rPr>
              <a:t>届 · 五中全会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224528"/>
            <a:ext cx="32004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26日上午在北京开始举行，将审议持之以恒推进全面从严治党决定讨论稿。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3154680"/>
            <a:ext cx="3566160" cy="23317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3273552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C41E3A"/>
                </a:solidFill>
                <a:latin typeface="Cambria"/>
                <a:ea typeface="Cambria"/>
              </a:rPr>
              <a:t>849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3913632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4A5568"/>
                </a:solidFill>
                <a:latin typeface="Calibri"/>
                <a:ea typeface="Calibri"/>
              </a:rPr>
              <a:t>号 · 国务院令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4224528"/>
            <a:ext cx="32004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《事业单位登记管理条例》12月1日起施行，同时废止暂行条例。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3154680"/>
            <a:ext cx="3566160" cy="23317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3273552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C41E3A"/>
                </a:solidFill>
                <a:latin typeface="Cambria"/>
                <a:ea typeface="Cambria"/>
              </a:rPr>
              <a:t>51.79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3913632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4A5568"/>
                </a:solidFill>
                <a:latin typeface="Calibri"/>
                <a:ea typeface="Calibri"/>
              </a:rPr>
              <a:t>% · 卢拉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4224528"/>
            <a:ext cx="32004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巴西高等选举法院宣布第二轮得票，对手弗拉维奥得48.21%。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第035期  ·  2026年10月26日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713232"/>
            <a:ext cx="11274552" cy="57424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全会
北京</a:t>
            </a:r>
          </a:p>
        </p:txBody>
      </p:sp>
      <p:sp>
        <p:nvSpPr>
          <p:cNvPr id="10" name="Oval 9"/>
          <p:cNvSpPr/>
          <p:nvPr/>
        </p:nvSpPr>
        <p:spPr>
          <a:xfrm>
            <a:off x="2834640" y="1014984"/>
            <a:ext cx="73152" cy="73152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960120"/>
            <a:ext cx="8266175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新华社  ·  26日 12:00 见报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261872"/>
            <a:ext cx="84124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A1A"/>
                </a:solidFill>
                <a:latin typeface="Cambria"/>
                <a:ea typeface="Cambria"/>
              </a:rPr>
              <a:t>二十届五中全会在京开幕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8412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来源：新华社    news.cn  ·  english.news.cn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743200"/>
            <a:ext cx="841248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  <a:ea typeface="Calibri"/>
              </a:rPr>
              <a:t>二十届五中全会26日上午在京开幕。习近平代表中央政治局作工作报告，并就《中共中央关于持之以恒推进全面从严治党若干重大问题的决定（讨论稿）》作说明。英文通稿称，讨论稿总结新时代成就经验，分析当前任务并作出战略部署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663440"/>
            <a:ext cx="841248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4736592"/>
            <a:ext cx="84124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901183"/>
            <a:ext cx="8412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把四天全会写成可核验的开幕电讯与讨论稿题名，而不是会前前瞻或决议全文抢收。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第035期  ·  2026年10月26日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713232"/>
            <a:ext cx="5486400" cy="57424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950976"/>
            <a:ext cx="73152" cy="73152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896112"/>
            <a:ext cx="48828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02　条例 · 北京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207008"/>
            <a:ext cx="50292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mbria"/>
                <a:ea typeface="Cambria"/>
              </a:rPr>
              <a:t>事业单位登记管理条例公布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来源：新华社 / 中国政府网    news.cn  ·  gov.cn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43200"/>
            <a:ext cx="5029200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李强签署国务院令第849号，公布《事业单位登记管理条例》，自12月1日起施行，废止暂行条例。条例共6章34条，强调党的领导与公益性职责，规定未经登记不得以事业单位法人名义活动，并压实主管部门、行业管理部门与登记机关的监管联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800600"/>
            <a:ext cx="502920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873752"/>
            <a:ext cx="5029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038344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把沿用二十余年的暂行条例升格为正式条例，事业单位法人资格与公益主业从此有硬约束。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713232"/>
            <a:ext cx="5486400" cy="57424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1384" y="950976"/>
            <a:ext cx="73152" cy="73152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896112"/>
            <a:ext cx="48828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03　大选 · 巴西利亚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1207008"/>
            <a:ext cx="50292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mbria"/>
                <a:ea typeface="Cambria"/>
              </a:rPr>
              <a:t>卢拉逆转连任，中方祝贺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395728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来源：BBC / 新华社 / 外交部    bbc.com  ·  mfa.gov.cn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743200"/>
            <a:ext cx="5029200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巴西高等选举法院宣布，卢拉在第二轮以51.79%对48.21%击败弗拉维奥·博索纳罗，开启第四任期。对手拒认结果并寻求撤销选举。外交部祝贺胜选，称愿推进中巴命运共同体，并表示尊重巴西人民的选择。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01384" y="4800600"/>
            <a:ext cx="502920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4873752"/>
            <a:ext cx="5029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5038344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把拉美右翼连胜写成一次可核验的逆转，中巴关系与西半球格局同日对表。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第035期  ·  2026年10月26日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双栏对照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mbria"/>
                <a:ea typeface="Cambria"/>
              </a:rPr>
              <a:t>对照 · 例会与烈度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郭嘉昆把冰岛外长写成到访日程。自民党把福田康夫写成22日心衰。地震局把巴青破坏写成Ⅸ度图。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36192"/>
            <a:ext cx="5486400" cy="486460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755648"/>
            <a:ext cx="73152" cy="73152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00784"/>
            <a:ext cx="48828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04　例会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93392"/>
            <a:ext cx="50292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1A1A"/>
                </a:solidFill>
                <a:latin typeface="Cambria"/>
                <a:ea typeface="Cambria"/>
              </a:rPr>
              <a:t>冰岛外长访华，哀悼福田康夫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78892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来源：外交部    mfa.gov.cn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090672"/>
            <a:ext cx="502920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郭嘉昆宣布，应王毅邀请，冰岛外长贡纳尔斯多蒂尔26–31日访华。就福田康夫22日逝世表示哀悼，称其签署中日第四份政治文件。回应中印边境报道称属正常巡逻，望印方相向而行；反对美方将孔子学院列为国家安全威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892040"/>
            <a:ext cx="502920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965192"/>
            <a:ext cx="5029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129783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把北欧到访、中日老一辈政治家讣闻与中印边境口径写进同一场周一例会。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36192"/>
            <a:ext cx="5486400" cy="486460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01384" y="1755648"/>
            <a:ext cx="73152" cy="73152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1700784"/>
            <a:ext cx="48828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05　应急 · 那曲 / 玉树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1993392"/>
            <a:ext cx="50292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1A1A"/>
                </a:solidFill>
                <a:latin typeface="Cambria"/>
                <a:ea typeface="Cambria"/>
              </a:rPr>
              <a:t>巴青烈度图：最高Ⅸ度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278892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来源：应急管理部 / 新华社    mem.gov.cn  ·  news.cn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3090672"/>
            <a:ext cx="502920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中国地震局发布巴青7.0级地震烈度图：最高Ⅸ度，宏观震中玛如乡，地表破裂带约25公里，Ⅵ度及以上约35145平方公里，涉及藏青9县43乡镇。自然资源部完成震中50公里地灾排查，暂未发现冰湖溃决。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01384" y="4892040"/>
            <a:ext cx="502920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4965192"/>
            <a:ext cx="5029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5129783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把主震破坏范围写成可对照的烈度分区，救援从伤亡核账转入次生灾害防控。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第035期  ·  2026年10月26日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713232"/>
            <a:ext cx="11274552" cy="57424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航道
霍尔木兹</a:t>
            </a:r>
          </a:p>
        </p:txBody>
      </p:sp>
      <p:sp>
        <p:nvSpPr>
          <p:cNvPr id="10" name="Oval 9"/>
          <p:cNvSpPr/>
          <p:nvPr/>
        </p:nvSpPr>
        <p:spPr>
          <a:xfrm>
            <a:off x="2834640" y="1014984"/>
            <a:ext cx="73152" cy="73152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960120"/>
            <a:ext cx="8266175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UKMTO / gCaptain  ·  26日迟报与起火警报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261872"/>
            <a:ext cx="84124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mbria"/>
                <a:ea typeface="Cambria"/>
              </a:rPr>
              <a:t>UKMTO迟报出峡油轮遭袭瘫痪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8412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来源：UKMTO / gCaptain    gcaptain.com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743200"/>
            <a:ext cx="841248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  <a:ea typeface="Calibri"/>
              </a:rPr>
              <a:t>UKMTO 26日核验迟报：23日08:39 UTC一艘出峡油轮遭不明投射物击中并瘫痪，船员安全，损毁与环境影响未评估。另接多方称伊拉克法奥东南约63海里有船起火，船员与环境状况未知。JMIC维持海峡威胁为SEVERE。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663440"/>
            <a:ext cx="841248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4736592"/>
            <a:ext cx="84124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901183"/>
            <a:ext cx="8412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把周五袭击写成周一才公开的核验稿，同时把火情从海峡扩到波斯湾北端。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第035期  ·  2026年10月26日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科技开篇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4630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713232"/>
            <a:ext cx="969264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261872"/>
            <a:ext cx="9692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霍索恩把四百亿美元写成融资租赁。圣何塞把芯片设计写成领域模型。苏州把帕金森风险基因写成铁死亡轴。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2633472" cy="41605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11680"/>
            <a:ext cx="230428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C41E3A"/>
                </a:solidFill>
                <a:latin typeface="Cambria"/>
                <a:ea typeface="Cambria"/>
              </a:rPr>
              <a:t>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926080"/>
            <a:ext cx="230428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Calibri"/>
              </a:rPr>
              <a:t>亿美元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383280"/>
            <a:ext cx="2304288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SpaceX–阿波罗GPU主融资租赁本金，Vera Rubin，2027上半年起租。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828800"/>
            <a:ext cx="2633472" cy="41605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2011680"/>
            <a:ext cx="230428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C41E3A"/>
                </a:solidFill>
                <a:latin typeface="Cambria"/>
                <a:ea typeface="Cambria"/>
              </a:rPr>
              <a:t>5×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926080"/>
            <a:ext cx="230428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Calibri"/>
              </a:rPr>
              <a:t>token效率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3383280"/>
            <a:ext cx="2304288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楷登称Maestro较通用模型最高约5倍，质量最高升约30%。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2633472" cy="41605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011680"/>
            <a:ext cx="230428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C41E3A"/>
                </a:solidFill>
                <a:latin typeface="Cambria"/>
                <a:ea typeface="Cambria"/>
              </a:rPr>
              <a:t>NUS1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926080"/>
            <a:ext cx="230428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Calibri"/>
              </a:rPr>
              <a:t>风险基因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383280"/>
            <a:ext cx="2304288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小胶质细胞缺失经LCN2–SLC22A17轴诱发多巴胺能神经元铁死亡。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828800"/>
            <a:ext cx="2633472" cy="41605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2" y="2011680"/>
            <a:ext cx="230428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C41E3A"/>
                </a:solidFill>
                <a:latin typeface="Cambria"/>
                <a:ea typeface="Cambria"/>
              </a:rPr>
              <a:t>两环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2926080"/>
            <a:ext cx="230428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Calibri"/>
              </a:rPr>
              <a:t>碎片盘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383280"/>
            <a:ext cx="2304288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白矮星四峰谱线对应0.14–0.34与0.54–1.93太阳半径气盘。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第035期  ·  2026年10月26日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713232"/>
            <a:ext cx="11274552" cy="57424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C41E3A"/>
                </a:solidFill>
                <a:latin typeface="Cambria"/>
                <a:ea typeface="Cambria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算力
霍索恩</a:t>
            </a:r>
          </a:p>
        </p:txBody>
      </p:sp>
      <p:sp>
        <p:nvSpPr>
          <p:cNvPr id="10" name="Oval 9"/>
          <p:cNvSpPr/>
          <p:nvPr/>
        </p:nvSpPr>
        <p:spPr>
          <a:xfrm>
            <a:off x="2834640" y="1014984"/>
            <a:ext cx="73152" cy="73152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960120"/>
            <a:ext cx="8266175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SpaceX / Apollo / 路透  ·  26日正式稿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261872"/>
            <a:ext cx="84124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mbria"/>
                <a:ea typeface="Cambria"/>
              </a:rPr>
              <a:t>SpaceX与阿波罗达成约400亿美元GPU租赁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86000"/>
            <a:ext cx="8412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来源：SpaceX / Apollo / 路透    ir.spacex.com  ·  apollo.com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670048"/>
            <a:ext cx="841248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  <a:ea typeface="Calibri"/>
              </a:rPr>
              <a:t>SpaceX与阿波罗管理实体达成约400亿美元GPU主融资租赁约束性承诺，将采购英伟达Vera Rubin并租给SpaceX地面算力。高盛任结构安排人，贝莱德、KKR锚定。年底前交割，2027上半年交付后起租。马斯克周日口头表态不单列。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617720"/>
            <a:ext cx="841248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4690872"/>
            <a:ext cx="84124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855464"/>
            <a:ext cx="8412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把周日「可赎回债务」写成可核验的8-K与官方新闻稿，是迄今最大一笔已承诺GPU融资。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第035期  ·  2026年10月26日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双栏对照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713232"/>
            <a:ext cx="5486400" cy="57424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950976"/>
            <a:ext cx="73152" cy="73152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896112"/>
            <a:ext cx="48828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08　EDA · 圣何塞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207008"/>
            <a:ext cx="502920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mbria"/>
                <a:ea typeface="Cambria"/>
              </a:rPr>
              <a:t>楷登发布Maestro领域模型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128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来源：Cadence / 路透    cadence.com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60320"/>
            <a:ext cx="502920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楷登发布Maestro领域模型组合，服务芯片与系统设计智能体，部分基于英伟达Nemotron并以OpenShell加固。公司称较通用模型质量最高升约30%、token效率最高约5倍；可云或本地部署，四季度向部分客户早鸟开放。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800600"/>
            <a:ext cx="502920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873752"/>
            <a:ext cx="5029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038344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把EDA智能体竞赛写成可对照的「本地可跑、可后训练」路线，对标新思—OpenAI。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713232"/>
            <a:ext cx="5486400" cy="57424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1384" y="950976"/>
            <a:ext cx="73152" cy="73152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896112"/>
            <a:ext cx="48828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09　神经科学 · 苏州 / 长沙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1207008"/>
            <a:ext cx="502920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mbria"/>
                <a:ea typeface="Cambria"/>
              </a:rPr>
              <a:t>NUS1缺失驱动铁死亡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2128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来源：Nature Neuroscience    nature.com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560320"/>
            <a:ext cx="502920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苏州大学、中南大学团队报告：小胶质细胞缺失帕金森风险基因NUS1/NgBR，经内质网应激诱导LCN2外排铁，再由神经元受体SLC22A17内吞，导致多巴胺能神经元铁过载与铁死亡。抑制该轴可缓解模型症状。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01384" y="4800600"/>
            <a:ext cx="502920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4873752"/>
            <a:ext cx="5029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5038344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把胶质—神经元铁转运写成可干预的病理轴，而不是又一份α-突触核蛋白复述。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第035期  ·  2026年10月26日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713232"/>
            <a:ext cx="5486400" cy="57424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950976"/>
            <a:ext cx="73152" cy="73152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896112"/>
            <a:ext cx="48828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10　天文 · 《自然·天文》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207008"/>
            <a:ext cx="502920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1A1A"/>
                </a:solidFill>
                <a:latin typeface="Cambria"/>
                <a:ea typeface="Cambria"/>
              </a:rPr>
              <a:t>白矮星双碎片盘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128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来源：Nature Astronomy    nature.com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60320"/>
            <a:ext cx="502920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团队报告白矮星WD J132800.85–145019.95呈四峰发射线，对应两环气体碎片盘，分别位于0.14–0.34与0.54–1.93太阳半径。作者认为盘内各有一颗从数公里到冥王星尺度的行星体，挑战现有单盘演化模型。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800600"/>
            <a:ext cx="502920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873752"/>
            <a:ext cx="5029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038344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把白矮星残骸盘从「单盘双峰」改写成稳定双盘，要求重写行星体扰动图像。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713232"/>
            <a:ext cx="5486400" cy="57424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1384" y="950976"/>
            <a:ext cx="73152" cy="73152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896112"/>
            <a:ext cx="48828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11　神经科学 · 慕尼黑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1207008"/>
            <a:ext cx="502920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1A1A"/>
                </a:solidFill>
                <a:latin typeface="Cambria"/>
                <a:ea typeface="Cambria"/>
              </a:rPr>
              <a:t>慢性脱髓鞘的小胶质状态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2128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来源：Nature Neuroscience    nature.com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560320"/>
            <a:ext cx="502920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Calibri"/>
              </a:rPr>
              <a:t>比较急慢性脱髓鞘小鼠模型后，发现慢性损伤中小胶质细胞持续促炎、溶酶体囤脂、胆固醇外排下降。一种抑制24-脱氢胆固醇还原酶的脱硫甾醇类似物可逆转该状态，减轻白质损伤并改善运动表现。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01384" y="4800600"/>
            <a:ext cx="502920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4873752"/>
            <a:ext cx="5029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5038344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把慢性脱髓鞘写成可逆转的代谢—溶酶体状态，而不是笼统的神经炎症口号。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第035期  ·  2026年10月26日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信息不足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713232"/>
            <a:ext cx="11274552" cy="57424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969264"/>
            <a:ext cx="73152" cy="73152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914400"/>
            <a:ext cx="103692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信息不足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243584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A1A"/>
                </a:solidFill>
                <a:latin typeface="Cambria"/>
                <a:ea typeface="Cambria"/>
              </a:rPr>
              <a:t>国内航天与先进制程留白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1993392"/>
            <a:ext cx="91440" cy="9144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102412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无国内航天发射；Starlink 15-16窗口在美西26日夜=沪时27日，不抢收。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2651760"/>
            <a:ext cx="91440" cy="9144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578608"/>
            <a:ext cx="102412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无中国大模型或先进制程芯片产品首发；北美云厂商无26日产品首发。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" y="3310128"/>
            <a:ext cx="91440" cy="9144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236976"/>
            <a:ext cx="102412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3.2Pb/s多芯光纤为22日极目新闻首发，26日科技日报跟进不重写。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" y="3968496"/>
            <a:ext cx="91440" cy="9144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895344"/>
            <a:ext cx="102412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紫金山UTC-PD太赫兹芯片为16日未来网络大会首发；Flora为15日HF、25日跟进。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" y="4626864"/>
            <a:ext cx="91440" cy="9144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553712"/>
            <a:ext cx="102412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勿重刊：五中全会前瞻、联合国2758、中比贺信、巴青5.7级余震、特朗普周日访谈、长八甲低轨28组、Jalapeño（6/24）。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9C2B6"/>
                </a:solidFill>
                <a:latin typeface="Calibri"/>
                <a:ea typeface="Calibri"/>
              </a:rPr>
              <a:t>第035期  ·  2026年10月26日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011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41E3A"/>
                </a:solidFill>
                <a:latin typeface="Calibri"/>
                <a:ea typeface="Calibri"/>
              </a:rPr>
              <a:t>收束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12064"/>
            <a:ext cx="1127455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1E3A"/>
                </a:solidFill>
                <a:latin typeface="Calibri"/>
                <a:ea typeface="Calibri"/>
              </a:rPr>
              <a:t>THE EVENING LEDGER    ·    第035期 · 收束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7F4EF"/>
                </a:solidFill>
                <a:latin typeface="Cambria"/>
                <a:ea typeface="Cambria"/>
              </a:rPr>
              <a:t>全会写开幕，条例写849号，霍索恩写四百亿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9C2B6"/>
                </a:solidFill>
                <a:latin typeface="Calibri"/>
                <a:ea typeface="Calibri"/>
              </a:rPr>
              <a:t>二十届五中全会在京开幕，习近平作工作报告并说明从严治党决定讨论稿。国务院公布《事业单位登记管理条例》。卢拉逆转连任，中方祝贺。外交部宣布冰岛外长访华并哀悼福田康夫。巴青烈度图发布最高Ⅸ度。UKMTO迟报出峡油轮遭袭。SpaceX与阿波罗达成约400亿美元GPU租赁。楷登发布Maestro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5352" y="315468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273552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时政六条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566160"/>
            <a:ext cx="512064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4EF"/>
                </a:solidFill>
                <a:latin typeface="Calibri"/>
                <a:ea typeface="Calibri"/>
              </a:rPr>
              <a:t>1. 二十届五中全会在京开幕
2. 事业单位登记管理条例公布
3. 卢拉逆转连任，中方祝贺
4. 冰岛外长访华，哀悼福田康夫
5. 巴青烈度图：最高Ⅸ度
6. UKMTO迟报出峡油轮遭袭瘫痪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73552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科技五条 · 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566160"/>
            <a:ext cx="512064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4EF"/>
                </a:solidFill>
                <a:latin typeface="Calibri"/>
                <a:ea typeface="Calibri"/>
              </a:rPr>
              <a:t>1. SpaceX与阿波罗约400亿美元GPU租赁
2. 楷登发布Maestro领域模型
3. NUS1缺失驱动铁死亡
4. 白矮星双碎片盘
5. 慢性脱髓鞘的小胶质状态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9C2B6"/>
                </a:solidFill>
                <a:latin typeface="Calibri"/>
                <a:ea typeface="Calibri"/>
              </a:rPr>
              <a:t>日期窗口：Asia/Shanghai 2026-10-26 00:00 至 2026-10-27 00:00。交叉来源：新华社/中国政府网/外交部/应急管理部、BBC、UKMTO、SpaceX/Apollo、Cadence、Nature Neuroscience / Nature Astronomy。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44768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41E3A"/>
                </a:solidFill>
                <a:latin typeface="Calibri"/>
                <a:ea typeface="Calibri"/>
              </a:rPr>
              <a:t>每日时政科技简报  ·  第035期  · 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