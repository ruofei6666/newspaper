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840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4EF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459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第013期  ·  2026年10月4日  ·  星期日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645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621792"/>
            <a:ext cx="4206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3268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05840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704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第零壹叁期  ·  二零二六年十月四日  ·  星期日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81328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7F4EF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78608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只收录该日发生或该日首发的稿件。假期里商务部开口，总统把伊朗写成二选一，也门转入地面反攻。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64992"/>
            <a:ext cx="3588410" cy="1874519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56432"/>
            <a:ext cx="322265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315968"/>
            <a:ext cx="322265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645152"/>
            <a:ext cx="322265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ea typeface="Microsoft YaHei"/>
                <a:cs typeface="Microsoft YaHei"/>
              </a:rPr>
              <a:t>G20 · 伊朗 · 也门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1642" y="3364992"/>
            <a:ext cx="3588410" cy="1874519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2810" y="3456432"/>
            <a:ext cx="322265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2810" y="4315968"/>
            <a:ext cx="322265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2810" y="4645152"/>
            <a:ext cx="322265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ea typeface="Microsoft YaHei"/>
                <a:cs typeface="Microsoft YaHei"/>
              </a:rPr>
              <a:t>Gemini · 苹果 · 色心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46084" y="3364992"/>
            <a:ext cx="3588410" cy="1874519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7252" y="3456432"/>
            <a:ext cx="322265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7252" y="4315968"/>
            <a:ext cx="322265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7252" y="4645152"/>
            <a:ext cx="322265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ea typeface="Microsoft YaHei"/>
                <a:cs typeface="Microsoft YaHei"/>
              </a:rPr>
              <a:t>周日沪时首发可核验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40680"/>
            <a:ext cx="112471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今日主线：商务部把密尔沃基写成只保住粮食声明，并交出假期半程消费账。特朗普称将对伊朗作决断；德黑兰同日警告回击、议长称海峡不重开。阿里米在利雅得下令收复失地，默茨把远程打击写进基辅军援。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840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459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第013期  ·  2026年10月4日  ·  星期日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645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713232"/>
            <a:ext cx="9875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298448"/>
            <a:ext cx="9875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外交部仍休会至八日。周日开口的是商务部：一场没谈拢的部长会，一份假期半程账单。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7295" cy="105156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74519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刊头摘句 · 白宫草坪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「不是容易的方式，就是艰难的方式。」——特朗普谈即将对伊朗作出的决定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3588410" cy="23317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27248"/>
            <a:ext cx="322265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13632"/>
            <a:ext cx="322265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份联合声明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24528"/>
            <a:ext cx="322265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G20贸易部长会仅就粮食议题出成果，最惠国待遇未被动摇。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1642" y="3017520"/>
            <a:ext cx="3588410" cy="23317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4522" y="3127248"/>
            <a:ext cx="322265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3.4%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4522" y="3913632"/>
            <a:ext cx="322265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商圈客流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4522" y="4224528"/>
            <a:ext cx="322265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假期前三天78个重点商圈客流同比增；营业额增5.3%。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6084" y="3017520"/>
            <a:ext cx="3588410" cy="23317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8964" y="3127248"/>
            <a:ext cx="322265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8964" y="3913632"/>
            <a:ext cx="322265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亿欧元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8964" y="4224528"/>
            <a:ext cx="322265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默茨在基辅宣布新援助，约十亿为远程打击与无人机。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1247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休会周把外交例会停掉。商务部周日交出两本账：多边谈判只保住粮食声明，国内商圈与菜篮子给出半程数字。中东线上，总统说要作决定，德黑兰把海峡留在七条件之后。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840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459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第013期  ·  2026年10月4日  ·  星期日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645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假期里的两本账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一本是多边谈判只保住粮食声明，一本是国内商圈与菜篮子的半程数字。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74055" cy="493776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554480"/>
            <a:ext cx="503514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■  01　商务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847088"/>
            <a:ext cx="5035143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G20部长会只保住
粮食声明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17520"/>
            <a:ext cx="503514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 ·  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310128"/>
            <a:ext cx="5035143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商务部4日答问：密尔沃基G20贸易部长会仅就粮食议题达成联合声明。产能过剩、强迫劳动因多数反对未出成果。中方称绝大多数成员强调最惠国待遇是多边基石，主席国未就该议题提成果文件。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5138928"/>
            <a:ext cx="5035143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5215128"/>
            <a:ext cx="5035143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5340096"/>
            <a:ext cx="5035143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假期里中方第一次把这场会写成「只保住粮食声明、守住最惠国待遇」。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0439" y="1417320"/>
            <a:ext cx="5474055" cy="493776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9895" y="1554480"/>
            <a:ext cx="503514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■  02　消费 · 北京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1847088"/>
            <a:ext cx="5035143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假期过半：客流增、
货足价稳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3017520"/>
            <a:ext cx="503514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来源：央视新闻 / 商务部  ·  21jingji.com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9895" y="3310128"/>
            <a:ext cx="5035143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商务部4日通报，假期前三天78个重点商圈客流、营业额同比增3.4%、5.3%；以旧换新带动196.3亿元。前四天200家大型农批库存充足，粮油肉果价格与节前基本持平，蔬菜鸡肉鸡蛋略降。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9895" y="5138928"/>
            <a:ext cx="5035143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9895" y="5215128"/>
            <a:ext cx="5035143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9895" y="5340096"/>
            <a:ext cx="5035143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这是假期半程第一份可核验的全国消费与保供账，而不是景区人流故事。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840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459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第013期  ·  2026年10月4日  ·  星期日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645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二选一，与不重开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同一条霍尔木兹线拆成两栏：一边是总统即将拍板，一边是德黑兰把海峡留在七条件之后。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5474055" cy="498348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499616"/>
            <a:ext cx="503514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03　美国 · 白宫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773936"/>
            <a:ext cx="5035143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特朗普称将对
伊朗作决断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871216"/>
            <a:ext cx="503514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来源：路透社  ·  alarabiya.net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145536"/>
            <a:ext cx="5035143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特朗普离白宫赴俄亥俄助选时对记者说，「我将对伊朗作一个决定」，「不是容易的方式，就是艰难的方式」。他称伊朗「几乎放弃」核武器计划。防长赫格塞斯称五角大楼正确保「所有选项」在桌上，并称对霍尔木兹的封锁「铁板一块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5138928"/>
            <a:ext cx="5035143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5215128"/>
            <a:ext cx="5035143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5340096"/>
            <a:ext cx="5035143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把戴维营闭门会后的压力，第一次写成总统本人即将拍板。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0439" y="1389888"/>
            <a:ext cx="5474055" cy="498348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9895" y="1499616"/>
            <a:ext cx="503514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04　伊朗 · 德黑兰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1773936"/>
            <a:ext cx="5035143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外长警告回击，
议长称海峡不重开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2871216"/>
            <a:ext cx="503514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/ CNBC  ·  news.cn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9895" y="3145536"/>
            <a:ext cx="5035143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阿拉格齐4日见驻伊外交官：仍愿寻「公正体面」方案，若再动武将予以「更具毁灭性」回击。议长加利巴夫称霍尔木兹须满足伊斯兰堡备忘录七条件才重开。UKMTO称周末阿曼以东与海峡内至少两艘油轮遭不明投射物击中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9895" y="5138928"/>
            <a:ext cx="5035143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9895" y="5215128"/>
            <a:ext cx="5035143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9895" y="5340096"/>
            <a:ext cx="5035143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把「仍要谈判」和「海峡不先开」写在同一天，油轮账也没有停。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840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459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第013期  ·  2026年10月4日  ·  星期日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645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地面反攻，与远程军援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红海一侧政府军公开转入收复；第聂伯河上，默茨把「能打到发射场」写进清单。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5474055" cy="41605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499616"/>
            <a:ext cx="503514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■  05　也门 · 利雅得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773936"/>
            <a:ext cx="5035143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也门政府宣布收复
胡塞新占区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852928"/>
            <a:ext cx="503514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 ·  xinhuanet.com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108960"/>
            <a:ext cx="5035143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阿里米4日在利雅得通过国家电视台宣布，经数周动员，正式启动大规模军事行动，收复胡塞近期控制地区，并命令武装部队、安全部门及盟军执行作战计划。他称将对放下武器者赦免。胡塞当日在塔伊兹控制连接亚丁的公路，前线数千人流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4663440"/>
            <a:ext cx="5035143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739640"/>
            <a:ext cx="5035143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864608"/>
            <a:ext cx="5035143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沙特—胡塞线从空袭互报，变成政府军公开转入地面反攻。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0439" y="1389888"/>
            <a:ext cx="5474055" cy="41605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9895" y="1499616"/>
            <a:ext cx="503514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■  06　乌克兰 · 基辅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1773936"/>
            <a:ext cx="5035143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默茨承诺超13亿
欧元新援助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2852928"/>
            <a:ext cx="503514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来源：美联社 / 新华社  ·  inquirer.com / news.cn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9895" y="3108960"/>
            <a:ext cx="5035143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默茨4日访基辅，宣布超13亿欧元新援助：约10亿军援含远程打击、无人机与卫星技术，约3.5亿能源过冬援助。泽连斯基称3日夜至4日俄军发射135架攻击无人机，基辅北桥等遭袭，1死6伤。俄国防部称将加码打击基辅等地军工设施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9895" y="4663440"/>
            <a:ext cx="5035143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9895" y="4739640"/>
            <a:ext cx="5035143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9895" y="4864608"/>
            <a:ext cx="5035143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欧洲最大援助国把「能打到发射场」写进军援清单，俄方同日把加码写成政策。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87568"/>
            <a:ext cx="11277295" cy="8046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742432"/>
            <a:ext cx="10972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对照 · 不重写前刊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109728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戴维营闭门、贝森特「海上无伊油」、第三航母群、《时代》专访、2日油轮遭袭，均已见1–3日刊。本日只收总统新口径，以及4日外长、议长与新的油轮警报。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840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459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第013期  ·  2026年10月4日  ·  星期日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645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713232"/>
            <a:ext cx="9875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298448"/>
            <a:ext cx="9875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免费档被收回，设计拍板人坐回工作室，色心论文给出紫外窗口。发射栏仍留白。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2654731" cy="23317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975104"/>
            <a:ext cx="2398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10/9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633472"/>
            <a:ext cx="2398699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起限权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2944368"/>
            <a:ext cx="2398699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Gemini 免费档只留 3.5 Flash-Lite。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1387" y="1874519"/>
            <a:ext cx="2654731" cy="23317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9403" y="1975104"/>
            <a:ext cx="2398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4.99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403" y="2633472"/>
            <a:ext cx="2398699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美元 /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2944368"/>
            <a:ext cx="2398699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AI Plus 将失去 Pro，仅留 Flash。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5575" y="1874519"/>
            <a:ext cx="2654731" cy="23317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3591" y="1975104"/>
            <a:ext cx="2398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4.8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2633472"/>
            <a:ext cx="2398699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2944368"/>
            <a:ext cx="2398699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现款 16 英寸 MacBook Pro；新款称将显著减重。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9763" y="1874519"/>
            <a:ext cx="2654731" cy="23317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7779" y="1975104"/>
            <a:ext cx="239869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5.61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7779" y="2633472"/>
            <a:ext cx="2398699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电子伏特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7779" y="2944368"/>
            <a:ext cx="2398699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立方氮化硼双空位本征能级分裂，指向紫外窗口。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11277295" cy="196596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572000"/>
            <a:ext cx="1920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10/9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39496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07　产品 · 山景城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572000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Gemini 免费档只留 Flash-Lite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074920"/>
            <a:ext cx="8595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谷歌更新支持文档：10月9日起，无订阅用户只能用 3.5 Flash-Lite，失去 3.6 Flash 与 3.1 Pro。月费 4.99 美元的 AI Plus 将失去 Pro。美西 3 日下午见报，沪时已入 4 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840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459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第013期  ·  2026年10月4日  ·  星期日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645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配额上收，拍板人入室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6903720" cy="53035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34440"/>
            <a:ext cx="6400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07　产品 · 山景城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536192"/>
            <a:ext cx="64008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Gemini 免费档
只留 Flash-Lite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51760"/>
            <a:ext cx="6400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来源：9to5Google  ·  9to5google.com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44368"/>
            <a:ext cx="640080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谷歌更新支持文档：10月9日起，无订阅用户只能用 Gemini 3.5 Flash-Lite，失去 3.6 Flash 与 3.1 Pro。月费 4.99 美元的 AI Plus 将失去 Pro，仅留 Flash-Lite 与 Flash。AI Pro（19.99 美元）获原 Ultra 档 Deep Think。新「低/中/高」思考档位拟上线。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5074920"/>
            <a:ext cx="640080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151120"/>
            <a:ext cx="64008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276088"/>
            <a:ext cx="6400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把免费与入门付费从「能摸到 Pro」改写成算力配额，逼升级。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097280"/>
            <a:ext cx="4187952" cy="53035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63256" y="1234440"/>
            <a:ext cx="37947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08　硬件 · 库比蒂诺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1536192"/>
            <a:ext cx="379476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特纳斯亲自
抓设计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2743200"/>
            <a:ext cx="3794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来源：彭博 Power On  ·  bloomberg.com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3256" y="3127248"/>
            <a:ext cx="379476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古尔曼4日称，新任CEO特纳斯每周数次亲临工业设计与人机界面工作室，实质兼任设计一把手。即将推出的触控、串联OLED MacBook Pro内部重排，将「显著更轻」。芯片料沿用M5 Pro/Max。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63256" y="5212080"/>
            <a:ext cx="379476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63256" y="5288280"/>
            <a:ext cx="37947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5413248"/>
            <a:ext cx="3794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艾维离职后，硬件与软件设计第一次重新接到同一名拍板人。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840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459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第013期  ·  2026年10月4日  ·  星期日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645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六条路径，一扇紫外窗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148840" cy="53035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325880"/>
            <a:ext cx="1828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514600"/>
            <a:ext cx="1828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条政策路径
09　多边
人力资源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297680"/>
            <a:ext cx="182880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创造岗位
劳动力转型
改善劳动条件
终身技能培训
服务智能化
经验交流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097280"/>
            <a:ext cx="4434840" cy="53035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234440"/>
            <a:ext cx="4114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人力部长会给出 AI 六路径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691640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 ·  news.cn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057400"/>
            <a:ext cx="411480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新华社4日详述第八届APEC人力资源开发部长会共识：以人为本，从创造岗位、劳动力转型、改善劳动条件、终身技能培训、人力资源服务智能化、经验交流六方面推动人工智能赋能。人社部国际司吕玉林介绍，鼓励把AI催生新职业纳入职业分类并制定技能标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5166360"/>
            <a:ext cx="411480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5242560"/>
            <a:ext cx="41148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367528"/>
            <a:ext cx="4114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东道主年里第一次把「AI赋能于人」写成可对照的六条政策路径。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097280"/>
            <a:ext cx="4325112" cy="53035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1234440"/>
            <a:ext cx="3977639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10　科学 · 宁波 / 乌鲁木齐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536192"/>
            <a:ext cx="3977639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立方氮化硼
指向紫外色心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697480"/>
            <a:ext cx="397763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来源：科技日报  ·  stdaily.com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999232"/>
            <a:ext cx="3977639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科技日报4日获悉，魏苏淮与宋宇团队合作，比较金刚石与立方氮化硼双空位：后者本征能级分裂可达5.61电子伏特，并建立原子势、应变与轨道杂化三通道模型，预测多种紫外色心候选。成果见《美国化学会志》。此为理论设计，尚未做出器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5212080"/>
            <a:ext cx="3977639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5288280"/>
            <a:ext cx="3977639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413248"/>
            <a:ext cx="3977639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把「为什么金刚石色心难进紫外」写成可迁移的化学规则。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840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459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第013期  ·  2026年10月4日  ·  星期日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645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信息不足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发射栏与芯片栏留白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5510631" cy="196596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64792"/>
            <a:ext cx="510829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发射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194560"/>
            <a:ext cx="5108295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当日无国内航天发射通稿。捕日者、Crew-13、NROL-97、星舰第14次均已入前刊，不重写。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1600200"/>
            <a:ext cx="5510631" cy="196596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5031" y="1764792"/>
            <a:ext cx="510829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期刊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5031" y="2194560"/>
            <a:ext cx="5108295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无4日《自然》《科学》级首发。色心稿见《美国化学会志》，属理论设计，不作突破器件。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67328"/>
            <a:ext cx="5510631" cy="196596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0"/>
            <a:ext cx="510829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芯片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61688"/>
            <a:ext cx="5108295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Jalapeño为6月24日首发；东芝HDD扩产为2日日经；华为τ芯片已入1日刊。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3863" y="3767328"/>
            <a:ext cx="5510631" cy="196596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3931920"/>
            <a:ext cx="510829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转载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031" y="4361688"/>
            <a:ext cx="5108295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Kolibri、Argon、DeepSeek昇腾、openPangu-2.0、OSS VRP停收、海阳英文电讯均为更早首发。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20624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840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4EF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459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第013期  ·  2026年10月4日  ·  星期日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645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59436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THE EVENING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21792"/>
            <a:ext cx="32918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第013期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14400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987552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70432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4EF"/>
                </a:solidFill>
                <a:latin typeface="Cambria"/>
                <a:ea typeface="Microsoft YaHei"/>
                <a:cs typeface="Microsoft YaHei"/>
              </a:rPr>
              <a:t>部长会只出一份声明，
总统说要作决定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112471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2D8"/>
                </a:solidFill>
                <a:latin typeface="Calibri"/>
                <a:ea typeface="Microsoft YaHei"/>
                <a:cs typeface="Microsoft YaHei"/>
              </a:rPr>
              <a:t>商务部把密尔沃基写成只保住粮食与最惠国待遇，并把假期半程的商圈和菜篮子数字交出来。特朗普把伊朗写成即将拍板的二选一；德黑兰同日警告回击，议长把海峡留在七条件之后。阿里米在利雅得下令收复，默茨在基辅把远程打击写进清单。山景城收回免费档的 Pro，库比蒂诺的新 CEO 自己坐回设计室，立方氮化硼给出一条通往紫外窗口的计算规则。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510631" cy="19659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5144871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时政六条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5144871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1  G20部长会只保住粮食声明
2  假期过半：客流增、货足价稳
3  特朗普称将对伊朗作决断
4  外长警告回击，议长称海峡不重开
5  也门政府宣布收复胡塞新占区
6  默茨承诺超13亿欧元新援助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3863" y="3657600"/>
            <a:ext cx="5510631" cy="19659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3749039"/>
            <a:ext cx="5144871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科技四条 · 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6743" y="4023360"/>
            <a:ext cx="5144871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1  Gemini 免费档只留 Flash-Lite
2  特纳斯亲自抓设计
3  人力部长会给出 AI 六路径
4  立方氮化硼指向紫外色心
— 发射栏 / 产业芯片栏信息不足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42432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日期窗口：Asia/Shanghai 2026-10-04 00:00 至 2026-10-05 00:00。交叉来源：新华社、商务部/央视、路透社、CNBC、美联社、9to5Google、彭博、科技日报。排除前刊已入账稿件与越过沪时日界的转载。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每日时政科技简报 · 第013期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