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C2B6"/>
                </a:solidFill>
                <a:latin typeface="Calibri"/>
                <a:ea typeface="微软雅黑"/>
              </a:rPr>
              <a:t>THE MORNING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47472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</a:rPr>
              <a:t>ASIA / SHANGHAI　昨日新闻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13232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786384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微软雅黑"/>
              </a:rPr>
              <a:t>第贰伍壹期  ·  二零二六年九月八日  ·  星期二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111556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11155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微软雅黑"/>
              </a:rPr>
              <a:t>只收录该日发生或该日首发的稿件，拒绝转载拼盘。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3529584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035808"/>
            <a:ext cx="3163824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宋体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822191"/>
            <a:ext cx="316382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微软雅黑"/>
              </a:rPr>
              <a:t>时政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114800"/>
            <a:ext cx="31638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微软雅黑"/>
              </a:rPr>
              <a:t>海湾 · 更新 · 援助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926080"/>
            <a:ext cx="3529584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035808"/>
            <a:ext cx="3163824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822191"/>
            <a:ext cx="316382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微软雅黑"/>
              </a:rPr>
              <a:t>科技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4114800"/>
            <a:ext cx="31638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微软雅黑"/>
              </a:rPr>
              <a:t>基因组 · 流体 · 光刻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2926080"/>
            <a:ext cx="3529584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3035808"/>
            <a:ext cx="3163824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宋体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22191"/>
            <a:ext cx="316382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微软雅黑"/>
              </a:rPr>
              <a:t>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4114800"/>
            <a:ext cx="31638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微软雅黑"/>
              </a:rPr>
              <a:t>周二首发可核验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111556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微软雅黑"/>
              </a:rPr>
              <a:t>今日主线：王毅把海湾安全新架构写进中卡会谈，国务院把城市更新写成财政金融协同；运-20把第四批援助送到加德满都，胡塞把沙特南部能源设施点着。同一天，特朗普与普京通了一小时，基辅的三日停火到期。科技栏：DeepMind交出基因组突变地图，OpenAI宣称流体方程可以爆破，光刻厂把High NA时间表钉在2030。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9692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89888"/>
            <a:ext cx="9692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微软雅黑"/>
              </a:rPr>
              <a:t>星期二把两张地图叠在一起：一张是海湾能源通道，一张是城市更新的财政账本。河谷南岸的遇难数字再被改写。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11183112" cy="1234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1"/>
            <a:ext cx="10607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微软雅黑"/>
              </a:rPr>
              <a:t>引　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40864"/>
            <a:ext cx="106070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宋体"/>
              </a:rPr>
              <a:t>「枪炮施压不是出路，对话谈判才是正途。」——王毅在北京对卡塔尔首相兼外交大臣穆罕默德谈中东海湾局势。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01568"/>
            <a:ext cx="3529584" cy="28529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316382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宋体"/>
              </a:rPr>
              <a:t>97.92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16382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微软雅黑"/>
              </a:rPr>
              <a:t>美元 / 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35424"/>
            <a:ext cx="3163824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微软雅黑"/>
              </a:rPr>
              <a:t>布伦特收于近六周高位；胡塞袭击沙特南部四城能源设施。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401568"/>
            <a:ext cx="3529584" cy="28529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529584"/>
            <a:ext cx="316382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宋体"/>
              </a:rPr>
              <a:t>1357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169663"/>
            <a:ext cx="316382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微软雅黑"/>
              </a:rPr>
              <a:t>人遇难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535424"/>
            <a:ext cx="3163824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微软雅黑"/>
              </a:rPr>
              <a:t>尼减灾署截至8日13时数字；失联约5326人。第四批中方援助当日运抵。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3401568"/>
            <a:ext cx="3529584" cy="285292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529584"/>
            <a:ext cx="316382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宋体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169663"/>
            <a:ext cx="3163824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微软雅黑"/>
              </a:rPr>
              <a:t>小时通话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535424"/>
            <a:ext cx="3163824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微软雅黑"/>
              </a:rPr>
              <a:t>克宫称特朗普与普京「建设性且坦率」；白宫未立即证实。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海湾会谈与城市账本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一场把能源供应写进战略伙伴关系的会见；一场把老旧街区写成扩大内需抓手的专题学习。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01　外交 · 北京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王毅同卡塔尔首相会谈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来源：外交部  ·  fmprc.gov.cn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9月8日，王毅在北京会见访华的卡塔尔首相兼外交大臣穆罕默德。王毅称中方始终把对卡关系放在中东外交重要位置，强调对话谈判才是海湾出路。穆罕默德表示卡方将克服困难优先保障中方能源供应，并支持中方中东安全倡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霍尔木兹航运受阻之际，能源供应承诺与地区安全新架构被写进同一场会谈。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02　宏观 · 北京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国务院专题学习城市更新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来源：新华社  ·  news.cn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9月8日，国务院以城市更新为主题进行第二十一次专题学习。李强指出城市更新已成为改善居住、扩大内需和动能转换的抓手，要求统筹住房到城区改造，并加大政府投入、完善城市更新基金等投融资工具。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房地产转向内涵式发展后，城市更新被写成财政金融协同的系统工程，而不只是修缮口号。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南岸数字与海峡火光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援助从帐篷换成气垫船与太平柜；胡塞把战火扩到红海一侧的沙特出口通道。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03　救灾 · 加德满都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对尼第四批援助运抵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来源：外交部 / CGTN  ·  fmprc.gov.cn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毛宁说第四批紧急援助物资8日上午启运。当天下午运-20运抵加德满都，张茂明大使与尼科技部长出席移交。尼减灾署称截至8日13时遇难1357人、约5326人失联。中方民间亦搭建安置点并移交首批善款。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跨境冰川灾后第十四日，援助清单说明搜救已进入处置遗体与防次生灾害阶段。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04　能源 · 海湾 / 也门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胡塞袭击沙特能源设施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来源：路透社  ·  reuters.com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也门胡塞武装8日袭击沙特南部四城能源设施，造成逾70人受伤并引发油设施起火。布伦特收涨0.9%至97.92美元/桶，WTI涨1.7%至93.03美元。高盛、汇丰上调2026–2027油价预期。霍尔木兹周一仅7艘商品船通过。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战火扩到红海一侧的沙特出口通道，油价逼近百美元会把通胀与加息预期绑在一起。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一小时通话与到期停火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克宫把元首通话写成「建设性」；基辅在同一天重新听见爆炸。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05　外交 · 莫斯科 / 华盛顿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特朗普与普京通话一小时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来源：路透社 / 克宫  ·  reuters.com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克宫助理乌沙科夫称，特朗普与普京8日通话整整一小时，属「建设性且坦率」。特朗普强调尽早结束冲突以全面恢复美俄关系；普京介绍战场判断。双方正面评价特使周末访问。白宫未立即证实。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特使穿梭后的元首通话把「三方会谈」从试探写成日程，但领土条件仍未松动。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06　军事 · 基辅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停火到期俄军再袭基辅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来源：路透社 / 欧洲新闻台  ·  reuters.com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泽连斯基8日称维特科夫与库什纳提出若干「非常不错」的想法，并计划9月下旬会见特朗普讨论冬季防空。英方宣布约1亿英镑防空拨款，德防长承诺提供爱国者导弹。停火到期后俄军再袭基辅，当地称至少3人死亡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外交日程与防空库存在同一天并列：会谈还在谈「想法」，首都已重新进入弹道导弹窗口。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宋体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9692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89888"/>
            <a:ext cx="9692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微软雅黑"/>
              </a:rPr>
              <a:t>星期二的科技栏不写发布会复述，只写三件可核验的首发：基因组地图、流体奇点、光刻时间表。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615184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121408"/>
            <a:ext cx="2359152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宋体"/>
              </a:rPr>
              <a:t>90亿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688336"/>
            <a:ext cx="23591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微软雅黑"/>
              </a:rPr>
              <a:t>种单碱基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999232"/>
            <a:ext cx="2359152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AlphaGenome Atlas预计算的人类基因组突变规模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011680"/>
            <a:ext cx="2615184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4" y="2121408"/>
            <a:ext cx="2359152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宋体"/>
              </a:rPr>
              <a:t>1 PB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688336"/>
            <a:ext cx="23591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微软雅黑"/>
              </a:rPr>
              <a:t>数据集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999232"/>
            <a:ext cx="2359152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DeepMind称图谱体积约一拍字节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011680"/>
            <a:ext cx="2615184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121408"/>
            <a:ext cx="2359152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宋体"/>
              </a:rPr>
              <a:t>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688336"/>
            <a:ext cx="23591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微软雅黑"/>
              </a:rPr>
              <a:t>小时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999232"/>
            <a:ext cx="2359152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OpenAI多智能体抵达纳维–斯托克斯证明的用时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2011680"/>
            <a:ext cx="2615184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121408"/>
            <a:ext cx="2359152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宋体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88336"/>
            <a:ext cx="23591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微软雅黑"/>
              </a:rPr>
              <a:t>年量产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999232"/>
            <a:ext cx="2359152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台积电称启用ASML High NA的时间点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15968"/>
            <a:ext cx="11183112" cy="2029968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443984"/>
            <a:ext cx="106070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编辑观察 · 排除清单与缺口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718304"/>
            <a:ext cx="1060704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未混入7日李强见卡首相、王毅见墨外长、麒麟9050 Pro/Mate XT 2、HarmonyOS 7、小米18 Fold。未混入6日特使首访基辅、欧佩克+、央企增资、吉隆43/519见面会。未混入Astra首发、费马形式化、韬定律论文、英伟达收购Hugging Face。互联网平台与国产芯片8日未见可交叉核验的产业首发，已标明缺口。Firecrawl 已安装但未鉴权。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地图与奇点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一张把90亿种突变写成可检索分数的图谱；一份宣称流体可以在有限时间爆破的证明。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07　科学 · 伦敦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DeepMind发布基因组图谱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来源：Google DeepMind  ·  blog.google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DeepMind 8日推出AlphaGenome Atlas，预计算人类基因组全部约90亿种单碱基替换的调控影响，数据约1 PB，并给出AVI分数。Broad研究所用其优先排序DNM1变异；UK Biobank分析称非编码关联增加22%。门户免编程开放。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把「查突变影响」从每次现算改成可检索地图，罕见病优先排序第一次有统一标尺。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572768"/>
            <a:ext cx="5422392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664208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08　科学 · 旧金山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901952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OpenAI称解出纳维–斯托克斯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90672"/>
            <a:ext cx="50932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来源：OpenAI  ·  openai.com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46704"/>
            <a:ext cx="5093208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OpenAI 8日称，高于GPT-6 Astra的内部模型证明三维不可压纳维–斯托克斯方程可在有限时间内形成奇点，对应克莱研究所陈述C与D。约万级智能体运行约88小时，Astra再用17小时完成Lean核验。公司不申领百万美元奖金。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5340096"/>
            <a:ext cx="5093208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413248"/>
            <a:ext cx="50932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5632704"/>
            <a:ext cx="5093208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若核验成立，流体是否永远光滑的九十年问题将被改写成「可以爆破」。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光刻时间表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三大厂把High NA写进同一天；光罩尺寸本身成为下一代先进制程的公约。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6446520" cy="4846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61173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09　芯片 · 台北 / 维尔德霍芬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01952"/>
            <a:ext cx="6117336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台积电2030年起用High 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6117336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来源：日经亚洲  ·  asia.nikkei.com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46704"/>
            <a:ext cx="6117336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台积电8日表示将自2030年起在先进制程量产中使用ASML High NA极紫外光刻机；三星目标不晚于2028年导入，英特尔称已在量产中使用。台积电预计AI所需的复杂晶体管架构将推高High NA图层数。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5340096"/>
            <a:ext cx="611733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413248"/>
            <a:ext cx="6117336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632704"/>
            <a:ext cx="6117336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先进制程路线从「谁先买机器」变成「谁先把High NA喂饱AI图层」。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8624" y="1572768"/>
            <a:ext cx="4407408" cy="312724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1682496"/>
            <a:ext cx="407822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10　芯片 · 维尔德霍芬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1938528"/>
            <a:ext cx="4078224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宋体"/>
              </a:rPr>
              <a:t>ASML发起12英寸光罩倡议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3108960"/>
            <a:ext cx="407822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微软雅黑"/>
              </a:rPr>
              <a:t>来源：ASML  ·  asml.com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3346704"/>
            <a:ext cx="4078224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微软雅黑"/>
              </a:rPr>
              <a:t>双方8日宣布推动极紫外光罩从6英寸转向12英寸，目标2031年中试、2033年进量产。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6" y="4023360"/>
            <a:ext cx="407822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6" y="4242816"/>
            <a:ext cx="407822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微软雅黑"/>
              </a:rPr>
              <a:t>High NA若继续用6英寸光罩，产率会被拼接吃掉。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624" y="4828032"/>
            <a:ext cx="4407408" cy="1591056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6" y="4937760"/>
            <a:ext cx="4078224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信息不足 · 互联网与国产芯片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5193792"/>
            <a:ext cx="4078224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微软雅黑"/>
              </a:rPr>
              <a:t>8日未见可交叉核验的互联网平台产品首发或国产芯片流片。不以7日华为三折叠、小米18 Fold或混元/通义旧稿凑数。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宋体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8B0A4"/>
                </a:solidFill>
                <a:latin typeface="Calibri"/>
                <a:ea typeface="微软雅黑"/>
              </a:rPr>
              <a:t>第251期  ·  2026年9月8日  ·  星期二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274320"/>
            <a:ext cx="1508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微软雅黑"/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07568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86384"/>
            <a:ext cx="11155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宋体"/>
              </a:rPr>
              <a:t>本日判断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4EF"/>
                </a:solidFill>
                <a:latin typeface="Cambria"/>
                <a:ea typeface="宋体"/>
              </a:rPr>
              <a:t>星期二不是星期一的复述：中卡会谈把能源供应和海湾安全新架构写在同一张桌上，国务院把城市更新写成可融资的系统工程；运-20把第四批援助送到加德满都，胡塞把沙特南部能源设施点着。同一小时尺度上，特朗普与普京通话，基辅的三日停火到期。科技栏交出一张90亿突变的地图、一份流体可以爆破的证明，以及High NA的2030时间表。互联网与国产芯片首发不足，不拿周日发布会补页。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5422392" cy="233172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44368"/>
            <a:ext cx="50566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微软雅黑"/>
              </a:rPr>
              <a:t>时政六条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18688"/>
            <a:ext cx="5056632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1  王毅同卡塔尔首相会谈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2  李强主持城市更新专题学习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3  对尼第四批援助运抵，遇难1357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4  胡塞袭沙特能源设施，布伦特97.92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5  特朗普与普京通话一小时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6  停火到期，俄军再袭基辅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834640"/>
            <a:ext cx="5422392" cy="233172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944368"/>
            <a:ext cx="50566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微软雅黑"/>
              </a:rPr>
              <a:t>科技四条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218688"/>
            <a:ext cx="5056632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7  DeepMind发布AlphaGenome Atlas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8  OpenAI称解决纳维–斯托克斯问题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9  台积电称2030年起用High NA量产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微软雅黑"/>
              </a:rPr>
              <a:t>10 ASML与台积电发起12英寸光罩倡议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85232"/>
            <a:ext cx="11155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微软雅黑"/>
              </a:rPr>
              <a:t>方法：以 Asia/Shanghai 的昨天（2026-09-08，星期二）为采编窗口；只收该日发生或该日首发。未混入7日中卡总理会见、中墨外长会、华为/小米发布会，以及更早的Astra、费马、韬定律与收购Hugging Face。Firecrawl 已安装但未鉴权。完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