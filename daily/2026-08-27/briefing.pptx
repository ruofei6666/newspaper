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201168" cy="201168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2062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0B4"/>
                </a:solidFill>
                <a:latin typeface="Calibri"/>
                <a:ea typeface="Calibri"/>
                <a:cs typeface="Calibri"/>
              </a:rPr>
              <a:t>THE MORNING BRIEF  ·  报馆晨报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6766560" cy="16459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7863840" cy="1234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每日时政科技简报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7498079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41E3A"/>
                </a:solidFill>
                <a:latin typeface="Cambria"/>
                <a:ea typeface="Cambria"/>
                <a:cs typeface="Cambria"/>
              </a:rPr>
              <a:t>第239期  /  二零二六年八月二十七日  星期四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880360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D6D0C6"/>
                </a:solidFill>
                <a:latin typeface="Calibri"/>
                <a:ea typeface="Calibri"/>
                <a:cs typeface="Calibri"/>
              </a:rPr>
              <a:t>只收录上海时区昨日发生或昨日首发的核实稿件。营销稿、标题党与重复转载一律不录。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960120"/>
            <a:ext cx="3291840" cy="1920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200" b="1" i="0">
                <a:solidFill>
                  <a:srgbClr val="C41E3A"/>
                </a:solidFill>
                <a:latin typeface="Cambria"/>
                <a:ea typeface="Cambria"/>
                <a:cs typeface="Cambria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8803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8C0B4"/>
                </a:solidFill>
                <a:latin typeface="Calibri"/>
                <a:ea typeface="Calibri"/>
                <a:cs typeface="Calibri"/>
              </a:rPr>
              <a:t>AUG 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29768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242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462272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时政 POLITICS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75488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44068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0B4"/>
                </a:solidFill>
                <a:latin typeface="Calibri"/>
                <a:ea typeface="Calibri"/>
                <a:cs typeface="Calibri"/>
              </a:rPr>
              <a:t>灾情 · 关税 · 元首外交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429768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242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25112" y="4462272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科技 TECHNOLOGY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475488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544068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0B4"/>
                </a:solidFill>
                <a:latin typeface="Calibri"/>
                <a:ea typeface="Calibri"/>
                <a:cs typeface="Calibri"/>
              </a:rPr>
              <a:t>并购 · 芯片 · 科学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6679" y="4297680"/>
            <a:ext cx="3931920" cy="1691640"/>
          </a:xfrm>
          <a:prstGeom prst="roundRect">
            <a:avLst>
              <a:gd name="adj" fmla="val 6000"/>
            </a:avLst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4462272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合计条目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754880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544068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E0E4"/>
                </a:solidFill>
                <a:latin typeface="Calibri"/>
                <a:ea typeface="Calibri"/>
                <a:cs typeface="Calibri"/>
              </a:rPr>
              <a:t>交叉核验 · 中文为主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388"/>
                </a:solidFill>
                <a:latin typeface="Calibri"/>
                <a:ea typeface="Calibri"/>
                <a:cs typeface="Calibri"/>
              </a:rPr>
              <a:t>Asia/Shanghai 日历昨日  ·  不含 8月26日旧闻与 8月28日凌晨之后稿件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51052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C0B4"/>
                </a:solidFill>
                <a:latin typeface="Calibri"/>
                <a:ea typeface="Calibri"/>
                <a:cs typeface="Calibri"/>
              </a:rP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64592" cy="164592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256032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每日时政科技简报  ·  第239期  ·  2026年8月27日 星期四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30352"/>
            <a:ext cx="11183112" cy="13716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676656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时政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喜马拉雅跨境灾情、对美关税反制与元首外交，构成昨日公共议程的三条主轴。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7040880" cy="3611880"/>
          </a:xfrm>
          <a:prstGeom prst="roundRect">
            <a:avLst>
              <a:gd name="adj" fmla="val 6000"/>
            </a:avLst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06040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开篇识读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6492240" cy="2834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8月26日上午，尼泊尔一侧冰川崩塌触发泥石流，波及西藏吉隆口岸。27日官方首次系统通报伤亡与失联规模，外交部同步公布尼方一侧近百名中国公民失联。同日，商务部就美拟加征7.5%关税表态，新华社刊发上合出访前瞻，王毅会见美使的通稿亦于当日首发。灾情、贸易与外交在同一新闻日交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7772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C41E3A"/>
                </a:solidFill>
                <a:latin typeface="Cambria"/>
                <a:ea typeface="Cambria"/>
                <a:cs typeface="Cambria"/>
              </a:rPr>
              <a:t>05  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1325880"/>
            <a:ext cx="3886200" cy="713232"/>
          </a:xfrm>
          <a:prstGeom prst="roundRect">
            <a:avLst>
              <a:gd name="adj" fmla="val 6000"/>
            </a:avLst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1490472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C41E3A"/>
                </a:solidFill>
                <a:latin typeface="Cambria"/>
                <a:ea typeface="Cambria"/>
                <a:cs typeface="Cambria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15270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吉隆口岸伤亡通报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2167128"/>
            <a:ext cx="3886200" cy="713232"/>
          </a:xfrm>
          <a:prstGeom prst="roundRect">
            <a:avLst>
              <a:gd name="adj" fmla="val 6000"/>
            </a:avLst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2331720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C41E3A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3682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商务部反对加征关税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3008376"/>
            <a:ext cx="3886200" cy="713232"/>
          </a:xfrm>
          <a:prstGeom prst="roundRect">
            <a:avLst>
              <a:gd name="adj" fmla="val 6000"/>
            </a:avLst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73568" y="3172968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C41E3A"/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32095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上合峰会出访前瞻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8120" y="3849624"/>
            <a:ext cx="3886200" cy="713232"/>
          </a:xfrm>
          <a:prstGeom prst="roundRect">
            <a:avLst>
              <a:gd name="adj" fmla="val 6000"/>
            </a:avLst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73568" y="4014215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C41E3A"/>
                </a:solidFill>
                <a:latin typeface="Cambria"/>
                <a:ea typeface="Cambria"/>
                <a:cs typeface="Cambria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4050791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王毅会见美驻华大使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18120" y="4690872"/>
            <a:ext cx="3886200" cy="713232"/>
          </a:xfrm>
          <a:prstGeom prst="roundRect">
            <a:avLst>
              <a:gd name="adj" fmla="val 6000"/>
            </a:avLst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73568" y="4855464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C41E3A"/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48920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反对泛化国家安全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1052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64592" cy="164592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256032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每日时政科技简报  ·  第239期  ·  2026年8月27日 星期四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30352"/>
            <a:ext cx="11183112" cy="13716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时政稿件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5486400" cy="5074920"/>
          </a:xfrm>
          <a:prstGeom prst="roundRect">
            <a:avLst>
              <a:gd name="adj" fmla="val 6000"/>
            </a:avLst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5486400" cy="64008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335024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C41E3A"/>
                </a:solidFill>
                <a:latin typeface="Cambria"/>
                <a:ea typeface="Cambria"/>
                <a:cs typeface="Cambr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463040"/>
            <a:ext cx="39776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公共事务  /  灾害救援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810512"/>
            <a:ext cx="5084064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吉隆泥石流：失联558人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999232"/>
            <a:ext cx="5084064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新华社  ·  2026-08-27 13:09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255263"/>
            <a:ext cx="5084064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日喀则吉隆口岸救援指挥部27日通报：受尼泊尔一侧泥石流波及，截至当日8时搜救出2人，排查遇难3人、失联558人，其中外籍人员260人。外交部称尼方一侧失联中国公民近百人。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" y="5074920"/>
            <a:ext cx="5084064" cy="10972"/>
          </a:xfrm>
          <a:prstGeom prst="rect">
            <a:avLst/>
          </a:prstGeom>
          <a:solidFill>
            <a:srgbClr val="EB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5166360"/>
            <a:ext cx="5084064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为何重要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5422392"/>
            <a:ext cx="5084064" cy="7132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这是昨日最重大的公共安全事件，牵动跨境救援、口岸通道与喜马拉雅灾害治理。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170432"/>
            <a:ext cx="5486400" cy="5074920"/>
          </a:xfrm>
          <a:prstGeom prst="roundRect">
            <a:avLst>
              <a:gd name="adj" fmla="val 6000"/>
            </a:avLst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170432"/>
            <a:ext cx="5486400" cy="64008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1335024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C41E3A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1463040"/>
            <a:ext cx="39776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宏观经济  /  中美经贸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8" y="1810512"/>
            <a:ext cx="5084064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反对美拟加征7.5%关税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2999232"/>
            <a:ext cx="5084064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新华社 / 中国日报  ·  2026-08-27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3255263"/>
            <a:ext cx="5084064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发言人黄玲27日说，美方以所谓产能过剩对包括中国在内的16个经济体发起301调查、拟对自华进口加征7.5%关税，属将经贸问题政治化的单边保护主义。中方坚决反对并保留一切必要措施。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64808" y="5074920"/>
            <a:ext cx="5084064" cy="10972"/>
          </a:xfrm>
          <a:prstGeom prst="rect">
            <a:avLst/>
          </a:prstGeom>
          <a:solidFill>
            <a:srgbClr val="EB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5166360"/>
            <a:ext cx="5084064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为何重要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5422392"/>
            <a:ext cx="5084064" cy="7132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若落地，特朗普第二任期对华关税或回升至约20%，并为9月中美元首会晤增加变数。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1052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64592" cy="164592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256032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每日时政科技简报  ·  第239期  ·  2026年8月27日 星期四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30352"/>
            <a:ext cx="11183112" cy="13716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双栏对照  ·  外交日程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5486400" cy="5029200"/>
          </a:xfrm>
          <a:prstGeom prst="roundRect">
            <a:avLst>
              <a:gd name="adj" fmla="val 6000"/>
            </a:avLst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03   元首外交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64208"/>
            <a:ext cx="502920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上合峰会与吉埃国事访问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新华社前瞻  ·  2026-08-27 00:54 首发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08960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8月30日至9月3日，习近平将出席上合组织成立25周年比什凯克峰会，并对吉尔吉斯斯坦、埃及进行国事访问。前瞻强调中吉乌铁路、中埃苏伊士合作区与全球治理倡议。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548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为何重要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全球南方多边机制年中最重要的元首外交安排之一，关乎地区安全与互联互通议程。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07008"/>
            <a:ext cx="5486400" cy="502920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37160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04   中美沟通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664208"/>
            <a:ext cx="502920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为高层交往排除干扰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78892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8A0A8"/>
                </a:solidFill>
                <a:latin typeface="Calibri"/>
                <a:ea typeface="Calibri"/>
                <a:cs typeface="Calibri"/>
              </a:rPr>
              <a:t>新华社  ·  会见26日，通稿27日12:29首发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108960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0ECE6"/>
                </a:solidFill>
                <a:latin typeface="Calibri"/>
                <a:ea typeface="Calibri"/>
                <a:cs typeface="Calibri"/>
              </a:rPr>
              <a:t>王毅强调落实元首共识、聚焦积极议程、妥善管控分歧。庞德伟称愿筹备下阶段重要高层互动，并对吉隆灾情表示慰问。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为何重要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50292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8C0B4"/>
                </a:solidFill>
                <a:latin typeface="Calibri"/>
                <a:ea typeface="Calibri"/>
                <a:cs typeface="Calibri"/>
              </a:rPr>
              <a:t>在9月24日访美传闻与关税摩擦并行之际，这是官方释放的稳定信号。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51052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64592" cy="164592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256032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每日时政科技简报  ·  第239期  ·  2026年8月27日 星期四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30352"/>
            <a:ext cx="11183112" cy="13716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政策红线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6903720" cy="5029200"/>
          </a:xfrm>
          <a:prstGeom prst="roundRect">
            <a:avLst>
              <a:gd name="adj" fmla="val 6000"/>
            </a:avLst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C41E3A"/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4813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外交  /  科技安全叙事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635508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反对泛化国家安全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63240"/>
            <a:ext cx="63550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央视新闻 / 每日经济新闻  ·  2026-08-27 例行记者会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29000"/>
            <a:ext cx="6355080" cy="1417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林剑就美方称有敌对势力攻击美国电力系统等报道答问：中方一贯反对泛化国家安全概念、打压别国企业，希望美方为各国企业经营提供公平、公正、非歧视环境。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37760"/>
            <a:ext cx="63550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为何重要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0368"/>
            <a:ext cx="635508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在中美科技与关键基础设施叙事升温时，官方明确划出反对“安全泛化”的政策红线。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207008"/>
            <a:ext cx="4069080" cy="502920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1272" y="1408176"/>
            <a:ext cx="36118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现场原话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2" y="1709928"/>
            <a:ext cx="3557016" cy="3977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“中方一贯反对泛化国家安全概念、打压别国企业的做法，希望美方为各国企业经营提供公平、公正、非歧视环境。”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5797296"/>
            <a:ext cx="3557016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C0B4"/>
                </a:solidFill>
                <a:latin typeface="Calibri"/>
                <a:ea typeface="Calibri"/>
                <a:cs typeface="Calibri"/>
              </a:rPr>
              <a:t>—— 外交部发言人林剑，8月27日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51052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64592" cy="164592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256032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每日时政科技简报  ·  第239期  ·  2026年8月27日 星期四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30352"/>
            <a:ext cx="11183112" cy="13716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科技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开源平台并购传闻、存储扩产、自研推理芯片架构，与编程智能体被纳入勒索链，同日进入版面。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68880"/>
            <a:ext cx="3611880" cy="35204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670048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产业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999232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129
亿美元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43484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D6D0C6"/>
                </a:solidFill>
                <a:latin typeface="Calibri"/>
                <a:ea typeface="Calibri"/>
                <a:cs typeface="Calibri"/>
              </a:rPr>
              <a:t>英伟达据报收购 Hugging Face。双方尚未官方确认，需继续观察监管与交割。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468880"/>
            <a:ext cx="3611880" cy="352044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2670048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制造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999232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310
亿美元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443484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E0E4"/>
                </a:solidFill>
                <a:latin typeface="Calibri"/>
                <a:ea typeface="Calibri"/>
                <a:cs typeface="Calibri"/>
              </a:rPr>
              <a:t>铠侠与闪迪宣布至2032年在日扩产闪存，前提是获得政府支持。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2468880"/>
            <a:ext cx="3611880" cy="352044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2670048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安全 / 科学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2999232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07
家企业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443484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路透披露勒索团伙驱使 Cursor 智能体协助入侵；冰川崩塌机制同日被科学界厘清。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1052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64592" cy="164592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256032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每日时政科技简报  ·  第239期  ·  2026年8月27日 星期四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30352"/>
            <a:ext cx="11183112" cy="13716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科技稿件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5486400" cy="5074920"/>
          </a:xfrm>
          <a:prstGeom prst="roundRect">
            <a:avLst>
              <a:gd name="adj" fmla="val 6000"/>
            </a:avLst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5486400" cy="64008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335024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C41E3A"/>
                </a:solidFill>
                <a:latin typeface="Cambria"/>
                <a:ea typeface="Cambria"/>
                <a:cs typeface="Cambria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463040"/>
            <a:ext cx="39776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人工智能  /  产业并购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810512"/>
            <a:ext cx="5084064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据报收购Hugging 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999232"/>
            <a:ext cx="5084064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CNBC / The Information  ·  2026-08-27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255263"/>
            <a:ext cx="5084064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CNBC称英伟达已同意收购开源模型平台Hugging Face；知情人士证实收购确在近期磋商之中。双方尚未官方确认。该平台2023年估值约45亿美元，年化收入据报约1.5亿美元。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" y="5074920"/>
            <a:ext cx="5084064" cy="10972"/>
          </a:xfrm>
          <a:prstGeom prst="rect">
            <a:avLst/>
          </a:prstGeom>
          <a:solidFill>
            <a:srgbClr val="EB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5166360"/>
            <a:ext cx="5084064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为何重要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5422392"/>
            <a:ext cx="5084064" cy="7132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若成交，芯片巨头将把触角伸进开源模型分发层，重塑AI软件生态的中立性。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170432"/>
            <a:ext cx="5486400" cy="5074920"/>
          </a:xfrm>
          <a:prstGeom prst="roundRect">
            <a:avLst>
              <a:gd name="adj" fmla="val 6000"/>
            </a:avLst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170432"/>
            <a:ext cx="5486400" cy="64008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1335024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C41E3A"/>
                </a:solidFill>
                <a:latin typeface="Cambria"/>
                <a:ea typeface="Cambria"/>
                <a:cs typeface="Cambria"/>
              </a:rPr>
              <a:t>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1463040"/>
            <a:ext cx="39776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芯片  /  存储产能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8" y="1810512"/>
            <a:ext cx="5084064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在日扩产投资310亿美元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2999232"/>
            <a:ext cx="5084064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铠侠官方 / 路透社  ·  2026-08-27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3255263"/>
            <a:ext cx="5084064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两家公司宣布拟至2032年在日本投资逾310亿美元扩建四日市、北上闪存产能，北上新厂投资约1.8万亿日元，前提是获得日本政府支持。高管当日会见首相高市早苗。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64808" y="5074920"/>
            <a:ext cx="5084064" cy="10972"/>
          </a:xfrm>
          <a:prstGeom prst="rect">
            <a:avLst/>
          </a:prstGeom>
          <a:solidFill>
            <a:srgbClr val="EB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5166360"/>
            <a:ext cx="5084064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为何重要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5422392"/>
            <a:ext cx="5084064" cy="7132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AI算力瓶颈正从GPU蔓延到存储，东亚产能布局成为供应链安全议题。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1052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64592" cy="164592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256032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每日时政科技简报  ·  第239期  ·  2026年8月27日 星期四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30352"/>
            <a:ext cx="11183112" cy="13716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双栏对照  ·  算力与风险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5486400" cy="5029200"/>
          </a:xfrm>
          <a:prstGeom prst="roundRect">
            <a:avLst>
              <a:gd name="adj" fmla="val 6000"/>
            </a:avLst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08   芯片架构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64208"/>
            <a:ext cx="502920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Jalapeño架构细节披露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Tom's Hardware  ·  2026-08-27 首发详解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08960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与博通合作、700W、216GB HBM4、64切片NUMA架构。相对GB200/GB300，峰值每瓦吞吐约1.5–1.9倍、端到端延迟低1.7–3.6倍。二代已接近流片。会议在25日，本稿为27日架构详解。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548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为何重要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大模型公司自研推理芯片从跑分走向可规模化架构，推理能效成为算力竞争主战场。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07008"/>
            <a:ext cx="5486400" cy="502920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37160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09   网络安全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664208"/>
            <a:ext cx="502920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Cursor被用于勒索入侵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78892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8A0A8"/>
                </a:solidFill>
                <a:latin typeface="Calibri"/>
                <a:ea typeface="Calibri"/>
                <a:cs typeface="Calibri"/>
              </a:rPr>
              <a:t>路透社 / Gambit Security  ·  2026-08-27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108960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0ECE6"/>
                </a:solidFill>
                <a:latin typeface="Calibri"/>
                <a:ea typeface="Calibri"/>
                <a:cs typeface="Calibri"/>
              </a:rPr>
              <a:t>俄语Aur0ra团伙今年4–5月利用SpaceX旗下Cursor，以“安全演练”话术驱使智能体完成凭证窃取与账户接管，至少波及比、德、英等七家公司。Gambit披露28段对话。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为何重要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50292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8C0B4"/>
                </a:solidFill>
                <a:latin typeface="Calibri"/>
                <a:ea typeface="Calibri"/>
                <a:cs typeface="Calibri"/>
              </a:rPr>
              <a:t>通用编程智能体已被纳入真实勒索作战链，AI工具滥用从理论风险变成取证事实。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51052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64592" cy="164592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256032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每日时政科技简报  ·  第239期  ·  2026年8月27日 星期四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30352"/>
            <a:ext cx="11183112" cy="13716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科学核验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7635240" cy="5029200"/>
          </a:xfrm>
          <a:prstGeom prst="roundRect">
            <a:avLst>
              <a:gd name="adj" fmla="val 6000"/>
            </a:avLst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C41E3A"/>
                </a:solidFill>
                <a:latin typeface="Cambria"/>
                <a:ea typeface="Cambria"/>
                <a:cs typeface="Cambria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1508760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地球科学  /  灾害成因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708660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冰川崩塌而非构造地震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63240"/>
            <a:ext cx="70866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The Guardian / USGS  ·  2026-08-27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29000"/>
            <a:ext cx="7086600" cy="1417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USGS认定周三边境附近5.2级地震信号实为冰川崩塌。卫星显示约0.2平方公里冰体自约5200米坠落1200米；半小时内特里苏里河水位上涨可达9米。喜马拉雅升温速率约为全球均值两倍。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37760"/>
            <a:ext cx="70866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为何重要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0368"/>
            <a:ext cx="70866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把跨境灾难从“地震说”纠正为气候敏感的冰岩崩塌，将影响预警体系与防灾政策。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207008"/>
            <a:ext cx="3337560" cy="5029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144475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1E3A"/>
                </a:solidFill>
                <a:latin typeface="Calibri"/>
                <a:ea typeface="Calibri"/>
                <a:cs typeface="Calibri"/>
              </a:rPr>
              <a:t>关键数字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1874519"/>
            <a:ext cx="292608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5.2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28600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0B4"/>
                </a:solidFill>
                <a:latin typeface="Calibri"/>
                <a:ea typeface="Calibri"/>
                <a:cs typeface="Calibri"/>
              </a:rPr>
              <a:t>地震仪记录震级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2898648"/>
            <a:ext cx="292608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0.2 km²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331012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0B4"/>
                </a:solidFill>
                <a:latin typeface="Calibri"/>
                <a:ea typeface="Calibri"/>
                <a:cs typeface="Calibri"/>
              </a:rPr>
              <a:t>崩落冰体面积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922776"/>
            <a:ext cx="292608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9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334256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0B4"/>
                </a:solidFill>
                <a:latin typeface="Calibri"/>
                <a:ea typeface="Calibri"/>
                <a:cs typeface="Calibri"/>
              </a:rPr>
              <a:t>半小时水位涨幅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4946904"/>
            <a:ext cx="292608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×2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5358384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0B4"/>
                </a:solidFill>
                <a:latin typeface="Calibri"/>
                <a:ea typeface="Calibri"/>
                <a:cs typeface="Calibri"/>
              </a:rPr>
              <a:t>区域升温相对全球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51052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568"/>
                </a:solidFill>
                <a:latin typeface="Calibri"/>
                <a:ea typeface="Calibri"/>
                <a:cs typeface="Calibri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64592" cy="164592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C0B4"/>
                </a:solidFill>
                <a:latin typeface="Calibri"/>
                <a:ea typeface="Calibri"/>
                <a:cs typeface="Calibri"/>
              </a:rPr>
              <a:t>每日时政科技简报  ·  第239期  ·  2026年8月27日 星期四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21792"/>
            <a:ext cx="11183112" cy="13716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收束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C8C0B4"/>
                </a:solidFill>
                <a:latin typeface="Calibri"/>
                <a:ea typeface="Calibri"/>
                <a:cs typeface="Calibri"/>
              </a:rPr>
              <a:t>十条互证之后，昨日新闻日可被读成三句话。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057400"/>
            <a:ext cx="3611880" cy="3246120"/>
          </a:xfrm>
          <a:prstGeom prst="roundRect">
            <a:avLst>
              <a:gd name="adj" fmla="val 6000"/>
            </a:avLst>
          </a:prstGeom>
          <a:solidFill>
            <a:srgbClr val="242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24028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41E3A"/>
                </a:solidFill>
                <a:latin typeface="Cambria"/>
                <a:ea typeface="Cambria"/>
                <a:cs typeface="Cambria"/>
              </a:rPr>
              <a:t>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606040"/>
            <a:ext cx="3200400" cy="2377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0ECE6"/>
                </a:solidFill>
                <a:latin typeface="Calibri"/>
                <a:ea typeface="Calibri"/>
                <a:cs typeface="Calibri"/>
              </a:rPr>
              <a:t>冰川崩塌改写了中尼边境的一天：救援数字在27日首次系统公开，科学界同日否定构造地震说。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057400"/>
            <a:ext cx="3611880" cy="3246120"/>
          </a:xfrm>
          <a:prstGeom prst="roundRect">
            <a:avLst>
              <a:gd name="adj" fmla="val 6000"/>
            </a:avLst>
          </a:prstGeom>
          <a:solidFill>
            <a:srgbClr val="242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24028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41E3A"/>
                </a:solidFill>
                <a:latin typeface="Cambria"/>
                <a:ea typeface="Cambria"/>
                <a:cs typeface="Cambria"/>
              </a:rPr>
              <a:t>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2606040"/>
            <a:ext cx="3200400" cy="2377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0ECE6"/>
                </a:solidFill>
                <a:latin typeface="Calibri"/>
                <a:ea typeface="Calibri"/>
                <a:cs typeface="Calibri"/>
              </a:rPr>
              <a:t>中美议程同时出现关税加压与高层沟通：商务部划出反制底线，外交部要求为交往排除干扰。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2057400"/>
            <a:ext cx="3611880" cy="3246120"/>
          </a:xfrm>
          <a:prstGeom prst="roundRect">
            <a:avLst>
              <a:gd name="adj" fmla="val 6000"/>
            </a:avLst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224028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2606040"/>
            <a:ext cx="3200400" cy="2377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AI产业继续垂直整合，同时暴露工具被武器化：开源枢纽、存储扩产与编程智能体安全在同一日并置。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53212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388"/>
                </a:solidFill>
                <a:latin typeface="Calibri"/>
                <a:ea typeface="Calibri"/>
                <a:cs typeface="Calibri"/>
              </a:rPr>
              <a:t>编辑说明：共10条（时政5 / 科技5）。缺口：部分英文稿以上海时区“昨日首发”收录；英伟达收购尚未官方确认。未纳入8月25–26日旧闻（如OpenAI跑分首发、英伟达财报、苹果发布会邀请）。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51052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C0B4"/>
                </a:solidFill>
                <a:latin typeface="Calibri"/>
                <a:ea typeface="Calibri"/>
                <a:cs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