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1" i="0" u="none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第018期  ·  2026年10月9日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713232"/>
            <a:ext cx="4206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2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78992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第零壹捌期  ·  二零二六年十月九日  ·  星期五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72768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5400" b="1" i="0" u="none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只收录该日发生或该日首发的稿件。新质生产力写出路线图，仁爱礁再对质，霍尔木兹把追惩写到海峡之外。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3484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20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36592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意见 · 例会 · 海峡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34747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584448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43484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20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736592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芯片 · 光电 · 量子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34747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1" y="3584448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1" y="443484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20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1" y="4736592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周五沪时首发可核验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49240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今日主线：中共中央、国务院印发《关于发展新质生产力的意见》。毛宁就仁爱礁与日本右翼大模型「投毒」作答，并宣布博茨瓦纳总统来华。特朗普把动武推迟到中期之后。革命卫队称打击非法航道船只。格罗方德在德累斯顿写下7纳米级FD-SOI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第018期  ·  2026年10月9日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7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41248"/>
            <a:ext cx="9509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40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81328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节后第二个工作日，顶层文件先落地。外交部例会把仁爱礁、博茨瓦纳访华与大模型史观写进同一场问答。华盛顿把动武日期推过中期，德黑兰把追惩写到海峡之外。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03120"/>
            <a:ext cx="11274552" cy="1325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12848"/>
            <a:ext cx="10789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刊头摘句 · 中共中央 / 国务院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487168"/>
            <a:ext cx="107899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8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「坚持先立后破、稳中求进，不能脱实向虚、贪大求全、搞泡沫化，不能出现产业空心化或产业断层现象。」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49039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40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项举措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864608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意见分科技创新、产业融合、发展方式、体制机制、人才机制五章。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361188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749039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40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11.3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5262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中期日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64608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特朗普称11月3日前不对伊朗动武，美联社折沪时9日凌晨见报。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361188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1" y="3749039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40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45262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纳米级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1" y="4864608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格罗方德 FDX Fusion 第一代数字性能目标，德累斯顿2028年投产。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第018期  ·  2026年10月9日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顶层文件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4552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828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政策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27632"/>
            <a:ext cx="8503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新华社受权发布 · 9日18:02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0195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新质生产力写出路线图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99232"/>
            <a:ext cx="8503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1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   news.cn 受权全文 / 通稿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328416"/>
            <a:ext cx="85039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新华社9日受权发布中共中央、国务院《关于发展新质生产力的意见》。文件从科技创新、产业融合、发展方式、体制机制、人才机制五方面提出19项举措，要求全面实施「人工智能+」，并划出不能脱实向虚、搞泡沫化的红线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5349240"/>
            <a:ext cx="85039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5404104"/>
            <a:ext cx="8503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586984"/>
            <a:ext cx="8503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把「新质生产力」从口号写成可追责的路线图，并把盲目投资写进纪律。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第018期  ·  2026年10月9日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2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例会上的礁盘与访单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一栏是仁爱礁后送之争，一栏是博茨瓦纳总统的国事访问预告。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02　南海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仁爱礁再对质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1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/ 外交部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毛宁9日回应菲海警称8日在仁爱礁完成伤员后送。她说菲船未经允许侵入仁爱礁附近海域，中国海警依法处置；后出于人道允许小艇过驳并提供便利。她称菲方个别人士倒打一耙，中方将坚决回应恶意挑衅。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把8日海警现场写成9日外交口径，假期后南海对质重新回到例会。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03　外交 · 哈博罗内 / 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博科十二日来华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1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来源：外交部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外交部9日宣布，应习近平邀请，博茨瓦纳总统博科将于10月12日至17日对中国进行国事访问，系就任后首次访华。习近平将举行欢迎仪式并会谈，李强、赵乐际分别会见，博科还将赴福建参访。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节后第二份对非洲元首级日程落地，把中非战略伙伴写成可核验的欢迎仪式。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第018期  ·  2026年10月9日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2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史观投毒与中期停火口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一栏是大模型被写成历史战场，一栏是白宫把动武日期推过11月3日。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04　外交 · 东京 /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大模型被投毒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1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来源：外交部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凤凰卫视问及日本右翼向国际大模型投喂篡改二战语料，将七七事变写成「日中军事冲突」、将南京大屠杀淡化为「南京陷落」。毛宁称这是歪曲侵略史的新伎俩，目的是为再军事化扫清舆论障碍。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把历史修正主义从教科书搬到语料库，例会第一次把大模型写成舆论战场。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05　华盛顿 · 沪时凌晨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中期前不对伊动手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1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来源：美联社 / 半岛电视台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特朗普周四深夜称，11月3日中期选举前不会进攻伊朗，并称正与伊朗进行「富有成效的讨论」。美联社16:31 UTC见报，折沪时为9日凌晨。油价周五回落；阿拉格齐称数日内答复美方对案。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把4日「easy/hard way」和7日「必须收尾」收成一张可核对的日历，战争被写成选举变量。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第018期  ·  2026年10月9日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海峡外溢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4552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828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德黑兰 / 阿联酋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27632"/>
            <a:ext cx="8503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新华社德黑兰电 · 9日22:43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0195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追惩写到海峡之外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99232"/>
            <a:ext cx="8503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1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/ UKMTO / gCaptain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328416"/>
            <a:ext cx="85039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革命卫队海军9日称，数小时内打击经南部「非法航道」过峡的大型液化气船NV Sunshine，机舱起火，并称今后追惩不限于海峡。同日UKMTO报阿联酋杰济拉以西13海里油轮遭不明投射物击中起火，航运源指为满载原油的GEM NO.2。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5349240"/>
            <a:ext cx="85039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5404104"/>
            <a:ext cx="8503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586984"/>
            <a:ext cx="8503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把8日「未授权航线」警告改写成可核验的打击与地理外溢，风险从霍尔木兹扩到海湾内侧。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第018期  ·  2026年10月9日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7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41248"/>
            <a:ext cx="9509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40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81328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欧洲把7纳米级FD-SOI写成具身智能路线。南京把光电探测器写成可调时钟。约克城把量子混沌写成可控相变。圣地亚哥把电池粘结剂写成可循环。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304288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纳米级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255264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FDX Fusion 第一代数字性能目标，不用极紫外。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219456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304288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年投产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55264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格罗方德德累斯顿厂计划开出 Fusion 产能。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19456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304288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比特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255264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IBM超导处理器上观察到量子—经典控制相变。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219456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2304288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614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纳秒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3255264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偏压可重构光电探测器最快响应，最慢到8.28秒。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736592"/>
            <a:ext cx="11274552" cy="1664208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864608"/>
            <a:ext cx="10789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对照 · 不重写前刊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157216"/>
            <a:ext cx="10789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清华INSPIRE 9日只是5日论文的Research Briefing。台积电–格罗方德中介层与Astera Aries 7为8日公司稿。曙光8000已入3日刊，DeepSeek昇腾已入9月30日刊，捕日者TPU入2日刊。文昌发射越过日界。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第018期  ·  2026年10月9日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欧洲写节点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4552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828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德累斯顿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27632"/>
            <a:ext cx="8503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GlobalFoundries · 9日官方稿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0195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欧洲写下7纳米级FD-SOI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99232"/>
            <a:ext cx="8503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1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来源：GlobalFoundries / EE Times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328416"/>
            <a:ext cx="85039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格罗方德9日在德累斯顿发布FDX Fusion，称其为面向具身智能的新一代全耗尽绝缘体上硅平台，第一代瞄准7纳米级数字性能，密度较初代FDX提升一倍以上，射频可达0.5太赫兹。样品硅片目标2027年初，德累斯顿2028年量产。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5349240"/>
            <a:ext cx="85039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5404104"/>
            <a:ext cx="8503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586984"/>
            <a:ext cx="8503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把「Physical AI」从口号写成欧洲可量产的工艺节点，并明确宣称7纳米级不必上极紫外。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第018期  ·  2026年10月9日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2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可调时钟与百比特混沌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一栏是南京把光电探测器写成两种时钟，一栏是IBM把量子混沌写成可控相变。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08　光电 · 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一只器件两种时钟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1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Communications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南京师范大学与东南大学团队9日报告偏压可重构势垒光电探测器，响应时间可在614纳秒至8.28秒间连续调节七个数量级，光谱覆盖可见光到中红外，并在车辆加减速识别等任务中实现传感内神经形态计算。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把高速成像和突触计算收进同一只器件，而不是再叠一层后处理芯片。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09　量子 · 约克城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百比特上管住混沌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1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Physics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IBM与罗格斯大学等团队9日报告，在最多100比特的超导处理器上用中途测量与反馈控制量子混沌，观察到量子与经典动力学之间的相变，电路含近5000个纠缠门与5000次非幺正操作。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把「测量诱导相变」从理论写成百比特硬件上的临界指数，说明中途测量已经能当控制旋钮。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第018期  ·  2026年10月9日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循环制造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4552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828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圣地亚哥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27632"/>
            <a:ext cx="8503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Nature Communications · 9日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0195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电池粘结剂去掉氟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99232"/>
            <a:ext cx="8503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1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Communications    nature.com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328416"/>
            <a:ext cx="85039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加州大学圣地亚哥分校与丰田北美研究院9日报告无氟水性粘结剂，以聚丙烯酸、羧甲基纤维素和柠檬酸交联。磷酸铁锂电池循环优于聚偏氟乙烯对照，并可直接回收正负极且不产生含氟残渣。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5349240"/>
            <a:ext cx="85039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5404104"/>
            <a:ext cx="8503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586984"/>
            <a:ext cx="8503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把电池厂最难循环的氟粘结剂换成可水洗体系，回收不再先烧掉一层毒。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第018期  ·  2026年10月9日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信息不足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87552"/>
            <a:ext cx="11247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2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国内发射越过日界，会见详稿未至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66544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28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20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国内航天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5084064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长征十二号发射卫星互联网低轨27组为10日03:27文昌通稿，越过沪时日界，入10日刊。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2024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66544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28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17627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20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会见未至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70048"/>
            <a:ext cx="5084064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9日未见福雷、博纳、帕特鲁舍夫会见详稿；8日预告不重写。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306824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28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41655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20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不重写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10328"/>
            <a:ext cx="5084064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INSPIRE为5日论文的9日简报。台积电中介层与Aries 7为8日稿。曙光8000已入3日刊。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416052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306824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28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441655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20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产业留白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10328"/>
            <a:ext cx="5084064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北美大模型与云厂商无9日可核验产品首发。OpenAI数学论文包已入7日刊。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400" b="1" i="0" u="none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第018期  ·  2026年10月9日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2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71323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"/>
              </a:spcAft>
            </a:pPr>
            <a:r>
              <a:rPr sz="12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第018期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60704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70432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3600" b="1" i="0" u="none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路线图落地，海峡外溢，欧洲写节点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67712"/>
            <a:ext cx="11247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600" b="0" i="0" u="none">
                <a:solidFill>
                  <a:srgbClr val="E8E2D8"/>
                </a:solidFill>
                <a:latin typeface="Calibri"/>
                <a:ea typeface="Microsoft YaHei"/>
                <a:cs typeface="Calibri"/>
              </a:rPr>
              <a:t>《意见》把新质生产力写成19条。毛宁就仁爱礁与大模型史观作答，并预告博科来华。特朗普把动武推过中期。革命卫队点名NV Sunshine，UKMTO记下阿联酋新袭。格罗方德在德累斯顿写下7纳米级FD-SOI。三份《自然》系论文同日见刊。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0672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0040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时政六条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493008"/>
            <a:ext cx="502920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1. 新质生产力写出路线图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2. 仁爱礁再对质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3. 博科十二日来华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4. 大模型被投毒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5. 中期前不对伊动手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6. 追惩写到海峡之外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090672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0040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科技四条 · 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93008"/>
            <a:ext cx="502920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1. 欧洲写下7纳米级FD-SOI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2. 一只器件两种时钟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3. 百比特上管住混沌</a:t>
            </a:r>
          </a:p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4. 电池粘结剂去掉氟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59552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日期窗口：Asia/Shanghai 2026-10-09 00:00 至 2026-10-10 00:00。交叉来源：新华社、外交部、美联社/半岛电视台、UKMTO/gCaptain、格罗方德/EE Times、《自然·通讯》《自然·物理》。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sz="1300" b="0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每日时政科技简报 · 第018期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