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20624"/>
            <a:ext cx="152400" cy="152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8B0A4"/>
                </a:solidFill>
                <a:latin typeface="Calibri"/>
                <a:ea typeface="Calibri"/>
                <a:cs typeface="Calibri"/>
              </a:rPr>
              <a:t>●   THE MORNING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38404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 i="0">
                <a:solidFill>
                  <a:srgbClr val="B8B0A4"/>
                </a:solidFill>
                <a:latin typeface="Calibri"/>
                <a:ea typeface="Calibri"/>
                <a:cs typeface="Calibri"/>
              </a:rPr>
              <a:t>ASIA / SHANGHAI　昨日新闻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713232"/>
            <a:ext cx="11185855" cy="25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786384"/>
            <a:ext cx="11185855" cy="635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0972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第贰伍零期  ·  二零二六年九月七日  ·  星期一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8B0A4"/>
                </a:solidFill>
                <a:latin typeface="Calibri"/>
                <a:ea typeface="Calibri"/>
                <a:cs typeface="Calibri"/>
              </a:rPr>
              <a:t>只收录该日发生或该日首发的稿件，拒绝转载拼盘。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3529584" cy="1874519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96512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时政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43984"/>
            <a:ext cx="3163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B0A4"/>
                </a:solidFill>
                <a:latin typeface="Calibri"/>
                <a:ea typeface="Calibri"/>
                <a:cs typeface="Calibri"/>
              </a:rPr>
              <a:t>中墨 · 化武 · 油价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3154680"/>
            <a:ext cx="3529584" cy="1874519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324612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4096512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科技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4443984"/>
            <a:ext cx="3163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B0A4"/>
                </a:solidFill>
                <a:latin typeface="Calibri"/>
                <a:ea typeface="Calibri"/>
                <a:cs typeface="Calibri"/>
              </a:rPr>
              <a:t>麒麟 · 鸿蒙 · 玄戒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7848" y="3154680"/>
            <a:ext cx="3529584" cy="1874519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324612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4096512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合计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4443984"/>
            <a:ext cx="3163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B0A4"/>
                </a:solidFill>
                <a:latin typeface="Calibri"/>
                <a:ea typeface="Calibri"/>
                <a:cs typeface="Calibri"/>
              </a:rPr>
              <a:t>周一发布会日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57800"/>
            <a:ext cx="11155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今日主线：墨西哥外长走进北京会客厅，外交部把日遗化武与委内瑞拉权益写成同场口径；南岸把死亡账改写成1355，北岸油价把霍尔木兹写成97美元。科技栏不再预告：麒麟9050 Pro与玄戒O3同一天变成可下单的整机。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第250期  ·  2026年9月7日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41248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53312"/>
            <a:ext cx="9784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星期一先把一张南美名片摆上桌，再把两场历史账——日遗化武与委内瑞拉石油——写进同一场记者会。河谷南岸改写全国死亡数字，海峡北岸把周末炮火折成开盘价。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11183112" cy="12344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48256"/>
            <a:ext cx="10607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10607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「中墨关系不针对第三方，也不应受第三方影响。」——王毅7日在北京会见墨西哥外长贝拉斯科。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01568"/>
            <a:ext cx="3557016" cy="28803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547872"/>
            <a:ext cx="319125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218432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场中墨会谈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541520"/>
            <a:ext cx="3191256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6–7日访华行程首场可核验会谈落地，一中原则与APEC中国年同日入账。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3401568"/>
            <a:ext cx="3557016" cy="28803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3547872"/>
            <a:ext cx="319125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1355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218432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人遇难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541520"/>
            <a:ext cx="3191256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尼减灾机构7日公布新账，失联4996人，总统鲍德尔视察灾区并呼吁气候正义。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2712" y="3401568"/>
            <a:ext cx="3557016" cy="28803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3547872"/>
            <a:ext cx="319125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4218432"/>
            <a:ext cx="319125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美元 / 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4541520"/>
            <a:ext cx="3191256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布伦特周一升至约97美元，霍尔木兹近十日日均仅10艘商船。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第250期  ·  2026年9月7日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会客厅与履约场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一张南美名片被写成全球南方口径；一趟禁化武组织行程在记者会上收口。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5440680" cy="4709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01　外交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王毅会见墨西哥外长，强调关系不针对第三方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来源：外交部 / 新华社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7日王毅在北京会见墨外长贝拉斯科，转达习近平对辛鲍姆问候。中方称从全球南方团结看待中墨关系，支持墨反对外来干涉。墨方恪守一中原则与联大2758号决议，支持中方主办APEC。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4602480"/>
            <a:ext cx="5111496" cy="635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66344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864608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墨外长6–7日访华的首场可核验会谈落地，把一中原则、APEC中国年与「不针对第三方」写成同日口径。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45920"/>
            <a:ext cx="5440680" cy="4709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02　外交 ·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毛宁通报禁化武组织考察日遗化武设施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来源：外交部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毛宁称8月31日至9月5日，禁化武组织总干事、执理会主席及12国代表访华，赴珲春、敦化、哈尔巴岭察看日遗化武作业。中方称访问适逢抗战胜利纪念日，各方支持督促日方彻底销毁遗弃化武。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4602480"/>
            <a:ext cx="5111496" cy="635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466344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864608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这是访华行程结束后中方首次公开通报，把日遗化武重新写成履约与历史责任问题。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第250期  ·  2026年9月7日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石油条款与开盘价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委内瑞拉被写成不可让渡的合法权益；霍尔木兹把周末互袭折进周一油价。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5440680" cy="4709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03　外交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中方强调在委合法权益必须得到保护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来源：外交部 / 卫星社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就美委新协议是否冲击中方石油利益，毛宁称中委合作受国际法与两国法律保护，与第三方无关，也不应受第三方干扰。同场仅称中美就人工智能「保持沟通」，未证实9月中旬会谈。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4602480"/>
            <a:ext cx="5111496" cy="635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66344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864608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美委石油新安排之后，北京第一次用记者会把委内瑞拉权益写成不可让渡条款。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45920"/>
            <a:ext cx="5440680" cy="4709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04　宏观 · 新加坡 / 伦敦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布伦特原油周一升至约97美元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来源：路透 / 商业时报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路透称周一布伦特涨约0.8%至97.07美元/桶（0512 GMT），WTI约92.28美元。Kpler数据显示霍尔木兹近十日日均仅10艘商船，为5月以来最低。周末美伊互袭油轮。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4602480"/>
            <a:ext cx="5111496" cy="635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466344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864608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欧佩克+周日纸面持平挡不住海峡实物约束，油价把航运战写成周一开盘后的宏观冲击。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第250期  ·  2026年9月7日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南岸改账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总统走进安置点，减灾机构第一次把全国死亡数字写成1355。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6537960" cy="4709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6208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05　公共事务 · 加德满都 / 拉苏瓦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57400"/>
            <a:ext cx="6208776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尼泊尔总统视察灾区，死亡升至1355人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00400"/>
            <a:ext cx="6208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来源：加德满都邮报 / 印报托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92504"/>
            <a:ext cx="620877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总统鲍德尔7日视察努瓦科特比杜尔安置点与拉苏瓦，并发表全国讲话，呼吁气候正义。国家减灾机构称八县遇难升至1355人、失联4996人（含外籍589人），已救出13396人，财产损失约3875亿卢比。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4795520"/>
            <a:ext cx="6208776" cy="635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864608"/>
            <a:ext cx="620877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080000"/>
            <a:ext cx="620877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南岸第一次把全国死亡账改写成1355，并把冰川洪灾写成向国际社会索要气候正义的国家叙事。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1645920"/>
            <a:ext cx="4352544" cy="1463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173736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4996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2148840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人仍失联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414016"/>
            <a:ext cx="4023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努瓦科特2340、拉苏瓦1967，含约100名军警与公职人员。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3268980"/>
            <a:ext cx="4352544" cy="1463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792" y="336042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2.56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3771900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十亿美元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4037076"/>
            <a:ext cx="4023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减灾机构初步估计住房与基础设施损失3875亿卢比。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4892040"/>
            <a:ext cx="4352544" cy="14630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4983480"/>
            <a:ext cx="4023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5394960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5660136"/>
            <a:ext cx="4023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8月26日冰川崩塌满13日，传统印度教哀悼期同日收口。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第250期  ·  2026年9月7日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41248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53312"/>
            <a:ext cx="9784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下午广州、晚上北京：华为把韬定律写成可购买的麒麟，小米把沟通会上的玄戒O3写成价目表。操作系统与汽车同夜入账。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2688336" cy="1965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057400"/>
            <a:ext cx="243230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+55%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621280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晶体管密度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895600"/>
            <a:ext cx="243230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麒麟9050 Pro官方称由约1.55亿升至2.38亿/mm²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965960"/>
            <a:ext cx="2688336" cy="1965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2057400"/>
            <a:ext cx="243230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30B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2621280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端侧 MoE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895600"/>
            <a:ext cx="243230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达芬奇NPU称可跑总参30B、激活2B全模态模型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965960"/>
            <a:ext cx="2688336" cy="1965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057400"/>
            <a:ext cx="243230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621280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95600"/>
            <a:ext cx="243230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玄戒O3张量算力，安兔兔官方口径超500万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965960"/>
            <a:ext cx="2688336" cy="1965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2057400"/>
            <a:ext cx="243230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20.99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621280"/>
            <a:ext cx="24323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万元起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895600"/>
            <a:ext cx="243230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澎程N70 Pro上市价，Max综合续航1461km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114800"/>
            <a:ext cx="11183112" cy="2331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224528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526280"/>
            <a:ext cx="1060704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未混入：央企增资3600亿、吉隆43/519见面会、美特使首访基辅、欧佩克+配额、雷扎伊限制区讲话、遂川3死9失联、帕乔茨基长文（均为6日）；韬定律论文与Politico吉林化纤（4日）；墨外长预告、小米IFA、英伟达收购HF（3日）。刘如谦Nature署期7月22日，量子定位9月3日在线，不收入。科学与海外芯片、互联网平台周一未见可交叉核验首发。Firecrawl 已安装但未鉴权。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第250期  ·  2026年9月7日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下午广州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一面把论文里的逻辑折叠推进量产；一面把操作系统改写成智能体。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5440680" cy="4709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06　芯片 · 广州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麒麟9050 Pro落地韬定律，Mate XT 2首发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来源：环球时报 / IT之家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华为7日14:30发布Mate XT 2，首发麒麟9050 Pro。官方称逻辑折叠使晶体管密度由约1.55亿升至2.38亿/mm²（+55%），整机性能较上代升42%；达芬奇NPU支持端侧30B-A2B MoE。售价19999元起。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4602480"/>
            <a:ext cx="5111496" cy="635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66344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4864608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时隔六年旗舰场再推新麒麟，把4日论文里的韬定律写成可购买的量产SoC。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645920"/>
            <a:ext cx="5440680" cy="4709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07　系统 · 广州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HarmonyOS 7正式发布并开启公测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来源：IT之家 / C114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310128"/>
            <a:ext cx="511149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何刚发布鸿蒙7：空间美学、系统智能体小艺、星盾六大防诈；方舟引擎称性能+15%、续航+36分钟，1TB机最多省出109GB。首批Mate 80/70、Pura 90等即日起尝鲜，Mate 60系列10月起。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4602480"/>
            <a:ext cx="5111496" cy="635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4663440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864608"/>
            <a:ext cx="511149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操作系统从流畅叙事改写成智能体与防诈底座，并第一次把跨苹果手表、耳机互联写进正式版。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第250期  ·  2026年9月7日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63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晚上北京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玄戒O3从沟通会走进折叠机价目表；同一场发布会把澎程写成可提车的数字。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6537960" cy="47091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6208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08　芯片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57400"/>
            <a:ext cx="6208776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小米18 Fold首发玄戒O3，10999元起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00400"/>
            <a:ext cx="6208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来源：IT之家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92504"/>
            <a:ext cx="6208776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秋季发布会首先推出18 Fold，首发玄戒O3（官方称首款超500万安兔兔SoC），NPU 200 TOPS，并联合长鑫量产国产LPDDR6。售价10999元起，9月10日开售；陶瓷特别版15999元、限量1500台。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4795520"/>
            <a:ext cx="6208776" cy="635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864608"/>
            <a:ext cx="620877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080000"/>
            <a:ext cx="6208776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8月沟通会上的O3参数第一次变成可下单整机，国产旗舰SoC与LPDDR6同步进入万元折叠市场。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488" y="1645920"/>
            <a:ext cx="4352544" cy="28803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773936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09　产业 ·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057400"/>
            <a:ext cx="4023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小米澎程N70上市，20.99万元起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017520"/>
            <a:ext cx="40233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来源：新浪科技 / IT之家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276600"/>
            <a:ext cx="4023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Pro综合续航1351km、售20.99万元；Max双电机四驱综合1461km、售23.99万元。全系NVIDIA Thor 700 TOPS。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047744"/>
            <a:ext cx="4023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为何重要：把手机芯片发布会扩成汽车量产夜。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4663440"/>
            <a:ext cx="4352544" cy="1691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4754880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信息不足 · 科学与海外芯片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029200"/>
            <a:ext cx="402336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周一未见可交叉核验的《自然》《科学》级论文、海外芯片流片或互联网平台规则首发。不以7月蛋白进化或9月3日量子定位复述凑数。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B8B0A4"/>
                </a:solidFill>
                <a:latin typeface="Calibri"/>
                <a:ea typeface="Calibri"/>
                <a:cs typeface="Calibri"/>
              </a:rPr>
              <a:t>第250期  ·  2026年9月7日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09 /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0108"/>
            <a:ext cx="11185855" cy="635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星期一不是星期天的复述：墨西哥外长走进北京，日遗化武与委内瑞拉权益被写进同一场记者会；南岸把死亡账改写成1355，油价把霍尔木兹折成97美元。科技栏把两场预告写成两场上市——麒麟9050 Pro与玄戒O3同一天变成可下单的整机。科学与海外芯片首发不足，不拿上周论文补页。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60320"/>
            <a:ext cx="5440680" cy="26060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时政五条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502920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王毅会见墨西哥外长，强调关系不针对第三方</a:t>
            </a:r>
          </a:p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2. 毛宁通报禁化武组织考察日遗化武设施</a:t>
            </a:r>
          </a:p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3. 中方强调在委合法权益必须得到保护</a:t>
            </a:r>
          </a:p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4. 布伦特原油周一升至约97美元</a:t>
            </a:r>
          </a:p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5. 尼泊尔总统视察灾区，死亡升至1355人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560320"/>
            <a:ext cx="5440680" cy="26060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6700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科技四条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962656"/>
            <a:ext cx="502920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麒麟9050 Pro落地韬定律，Mate XT 2首发</a:t>
            </a:r>
          </a:p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2. HarmonyOS 7正式发布并开启公测</a:t>
            </a:r>
          </a:p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3. 小米18 Fold首发玄戒O3，10999元起</a:t>
            </a:r>
          </a:p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4. 小米澎程N70上市，20.99万元起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03520"/>
            <a:ext cx="11155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B0A4"/>
                </a:solidFill>
                <a:latin typeface="Calibri"/>
                <a:ea typeface="Calibri"/>
                <a:cs typeface="Calibri"/>
              </a:rPr>
              <a:t>方法：以 Asia/Shanghai 的昨天（2026-09-07，星期一）为采编窗口；只收该日发生或该日首发。未混入6日央企增资、吉隆见面会、美特使访基辅、欧佩克+配额；未混入4日韬定律论文与Astra配额；未混入3日墨外长预告与小米IFA。科学与海外芯片首发不足已标明。Firecrawl 已安装但未鉴权。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