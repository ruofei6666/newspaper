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C9C2B6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80467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9C2B6"/>
                </a:solidFill>
                <a:latin typeface="Calibri"/>
                <a:ea typeface="微软雅黑"/>
              </a:rPr>
              <a:t>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80467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9C2B6"/>
                </a:solidFill>
                <a:latin typeface="Calibri"/>
                <a:ea typeface="微软雅黑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15568"/>
            <a:ext cx="11274552" cy="228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52144"/>
            <a:ext cx="11274552" cy="10972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98448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1E3A"/>
                </a:solidFill>
                <a:latin typeface="Calibri"/>
                <a:ea typeface="微软雅黑"/>
              </a:rPr>
              <a:t>第贰伍肆期  ·  二零二六年九月十一日  ·  星期五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2763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9C2B6"/>
                </a:solidFill>
                <a:latin typeface="Calibri"/>
                <a:ea typeface="微软雅黑"/>
              </a:rPr>
              <a:t>只收录该日发生或该日首发的稿件，拒绝转载拼盘。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1012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宋体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09651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微软雅黑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43984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微软雅黑"/>
              </a:rPr>
              <a:t>金砖 · 油报 · 9/11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4612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31012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9651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微软雅黑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443984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微软雅黑"/>
              </a:rPr>
              <a:t>金融版 · 科创板 · 光子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4612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310128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C41E3A"/>
                </a:solidFill>
                <a:latin typeface="Cambria"/>
                <a:ea typeface="宋体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096512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7F4EF"/>
                </a:solidFill>
                <a:latin typeface="Calibri"/>
                <a:ea typeface="微软雅黑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443984"/>
            <a:ext cx="32004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A847A"/>
                </a:solidFill>
                <a:latin typeface="Calibri"/>
                <a:ea typeface="微软雅黑"/>
              </a:rPr>
              <a:t>周五首发可核验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02352"/>
            <a:ext cx="11274552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7F4EF"/>
                </a:solidFill>
                <a:latin typeface="Calibri"/>
                <a:ea typeface="微软雅黑"/>
              </a:rPr>
              <a:t>今日主线：毛宁把习莫双边会晤写成「正在安排」，普京与佩泽希齐扬同日抵达新德里。国常会把算力网和安全生产放上同一张议程。IEA把海湾供应恢复推迟到2027年。特朗普在五角大楼把对伊战争写进9/11二十五周年。加德满都把遇难数字改到1385。科技栏：OpenAI金融版按沪时入账，燧原科技登陆科创板，《自然》两篇把结构光和铁电热管理写成论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2011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>
                <a:solidFill>
                  <a:srgbClr val="C41E3A"/>
                </a:solidFill>
                <a:latin typeface="Cambria"/>
                <a:ea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9326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44752"/>
            <a:ext cx="9326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星期五把一张会晤表和一张供需表叠在一起：新德里的金砖前夜，巴黎的石油月报，华盛顿的纪念日演说。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84831"/>
            <a:ext cx="11274552" cy="141732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32304"/>
            <a:ext cx="10881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A1A"/>
                </a:solidFill>
                <a:latin typeface="Cambria"/>
                <a:ea typeface="宋体"/>
              </a:rPr>
              <a:t>「中印双方正在安排习近平主席同印度总理莫迪举行双边会晤。这将是两国领导人继喀山、天津会晤之后，连续第三年会晤。」——外交部发言人毛宁11日记者会。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3075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宋体"/>
              </a:rPr>
              <a:t>第三年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微软雅黑"/>
              </a:rPr>
              <a:t>习莫双边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920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喀山、天津之后，中印正在安排金砖期间会晤。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73075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宋体"/>
              </a:rPr>
              <a:t>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微软雅黑"/>
              </a:rPr>
              <a:t>百万桶 / 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8920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IEA将2026年需求降幅再下调94万桶/日。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730752"/>
            <a:ext cx="3611880" cy="26060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C41E3A"/>
                </a:solidFill>
                <a:latin typeface="Cambria"/>
                <a:ea typeface="宋体"/>
              </a:rPr>
              <a:t>1385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4A5568"/>
                </a:solidFill>
                <a:latin typeface="Calibri"/>
                <a:ea typeface="微软雅黑"/>
              </a:rPr>
              <a:t>人遇难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892040"/>
            <a:ext cx="3200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尼方周五早间数字；傍晚通报1386具遗体。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会晤表与抵达夜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北京把双边写成「正在安排」；新德里把两位总统请进巴拉特·曼达帕姆。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01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宋体"/>
              </a:rPr>
              <a:t>毛宁：中印正在安排习莫双边会晤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4612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来源：外交部 / 新华社　·　us.china-embassy.gov.cn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84448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毛宁11日称，中印正在安排习近平同莫迪举行双边会晤，这将是喀山、天津之后连续第三年会晤。她并称习近平将在金砖会晤发表重要讲话，提出中方倡议，为「大金砖合作」定向领航。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行程10日已宣布，11日才把双边会晤从「暂无信息」写成正在安排。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02　外交 · 新德里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宋体"/>
              </a:rPr>
              <a:t>普京抵印与莫迪会谈，伊总统同日到访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来源：印度外交部 / 法新社　·　theprint.in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84448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普京11日抵新德里，与莫迪会谈约45分钟，讨论经贸、防务、能源及黑海印度海员安全；莫迪接受访俄年度峰会邀请。伊朗总统佩泽希齐扬同日抵达并会谈，莫迪强调航行自由。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金砖前夜，莫斯科与德黑兰先坐进新德里的会客室，航道安全被写成双边议题。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算力网与供需表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北京把算电协同写进常务会议；巴黎把海湾复产推迟到明年。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03　宏观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宋体"/>
              </a:rPr>
              <a:t>国常会部署安全生产并研究算力网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4612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来源：新华社 / 人民网　·　politics.people.com.cn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84448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李强11日主持国常会，针对近期安全事故部署压实「三管三必须」，并研究算力网建设：完善基础设施、推进算电协同与绿电直连。会议还研究老旧水库改造，审议通过基金会管理条例修订草案。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算力第一次被写进同一场国常会的安全与水利议程，绿电直连成调度条件。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04　能源 · 巴黎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74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宋体"/>
              </a:rPr>
              <a:t>IEA：海湾供应恢复推迟至2027年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来源：国际能源署　·　iea.org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84448"/>
            <a:ext cx="50749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IEA周五月报将2026年全球需求降幅下调至250万桶/日，较上月再砍94万桶。供应预计降至1.007亿桶/日，海湾全面恢复推迟到2027年。8月霍尔木兹流量仅760万桶/日，海湾柴油净出口约为战前四分之一。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市场不再按「年底复航」定价，2026–27被写成近乎失落的两年。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纪念日与南岸数字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五角大楼把对伊战争写进二十五周年；河谷南岸第十七日仍在改写名单。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05　军事 · 五角大楼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5074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宋体"/>
              </a:rPr>
              <a:t>特朗普在9/11仪式上将对伊战争写入「反恐」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来源：卫报 / 纽约邮报　·　theguardian.com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39312"/>
            <a:ext cx="50749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特朗普在五角大楼二十五周年仪式上说「我们永远不会忘记，这就是今天还在打仗的原因」，称要确保伊朗「永远不会拥有核武器」。国防部长赫格塞斯称伊方防空「已经没了」，并把油轮击沉写进悼词。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纪念日被改写成战争动员，停火日历仍绑在中期选举，而不是谈判桌。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06　救灾 · 加德满都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74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宋体"/>
              </a:rPr>
              <a:t>尼方遇难升至1385人，傍晚通报1386具遗体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来源：尼减灾署 / Nepal News　·　english.nepalnews.com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39312"/>
            <a:ext cx="50749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尼减灾署周五早通报博科西洪灾遇难升至1385人、失联5130人、已救出13676人；傍晚发言人马哈特称截至17时已发现1386具遗体。较10日的1377人再改写，搜寻进入第十七日。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跨境冰川灾害的名单仍未收口，救援窗口继续让位于清点与重建要价。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>
                <a:solidFill>
                  <a:srgbClr val="C41E3A"/>
                </a:solidFill>
                <a:latin typeface="Cambria"/>
                <a:ea typeface="宋体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841248"/>
            <a:ext cx="93268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389888"/>
            <a:ext cx="9326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先记沪时凌晨入账的华尔街产品，再记一块登陆科创板的国产云端芯片。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2761488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84831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1:29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724912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微软雅黑"/>
              </a:rPr>
              <a:t>沪时首发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017520"/>
            <a:ext cx="24688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OpenAI金融版路透时戳入11日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011680"/>
            <a:ext cx="2761488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084831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179%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724912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微软雅黑"/>
              </a:rPr>
              <a:t>首日收涨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017520"/>
            <a:ext cx="24688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燧原科技发行价142.18元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011680"/>
            <a:ext cx="2761488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084831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片上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24912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微软雅黑"/>
              </a:rPr>
              <a:t>时空波包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017520"/>
            <a:ext cx="24688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《自然·光子学》激光阵列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011680"/>
            <a:ext cx="2761488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2084831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41E3A"/>
                </a:solidFill>
                <a:latin typeface="Cambria"/>
                <a:ea typeface="宋体"/>
              </a:rPr>
              <a:t>AlN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724912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微软雅黑"/>
              </a:rPr>
              <a:t>铁电热导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017520"/>
            <a:ext cx="24688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4A5568"/>
                </a:solidFill>
                <a:latin typeface="Calibri"/>
                <a:ea typeface="微软雅黑"/>
              </a:rPr>
              <a:t>掺杂降矫顽场也降热导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60520"/>
            <a:ext cx="11274552" cy="22860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79392"/>
            <a:ext cx="10881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编辑观察 · 排除清单与缺口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617720"/>
            <a:ext cx="108813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7F4EF"/>
                </a:solidFill>
                <a:latin typeface="Calibri"/>
                <a:ea typeface="微软雅黑"/>
              </a:rPr>
              <a:t>未混入：10日金砖行程宣布、郭嘉昆元首互动、金融「十五五」、安德鲁斯停火时间表、胡塞夺摩卡、布伦特107.63、尼方1377、iPhone Duo / A20 Pro / Ultra 4、NASA–IBM月球模型。未混入DeepSeek V4.1-Flash（官方changelog署期9月10日）、混元Hy4与高通预告复述。互联网平台与海外芯片量产11日首发不足，已标明缺口。Firecrawl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华尔街产品与科创板开盘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  <a:ea typeface="微软雅黑"/>
              </a:rPr>
              <a:t>一份按沪时凌晨入账的投行工作台；一只尚未盈利的云端芯片股。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07　人工智能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5074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宋体"/>
              </a:rPr>
              <a:t>OpenAI推出面向投行的ChatGPT金融版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101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来源：OpenAI / 路透社　·　openai.com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39312"/>
            <a:ext cx="50749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路透时戳9月10日17:29 UTC（合沪时11日1:29）发布。产品由GPT-6 Astra驱动，内置LSEG、PitchBook、Daloopa等数据，摩根士丹利与Evercore为设计伙伴，面向投行建模与路演稿。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初级分析师最耗时的检索与制表，被写成可引用、可审计的企业工作流。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719072"/>
            <a:ext cx="5596128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947671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874519"/>
            <a:ext cx="49103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08　芯片 · 上海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74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A1A1A"/>
                </a:solidFill>
                <a:latin typeface="Cambria"/>
                <a:ea typeface="宋体"/>
              </a:rPr>
              <a:t>燧原科技登陆科创板，首日收涨179%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来源：新华财经 / 东方财富　·　eastmoney.com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39312"/>
            <a:ext cx="50749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燧原科技（688801）11日挂牌，发行价142.18元，开盘410元，收盘397元，涨179.22%。公司尚未盈利，拟募资约61亿元用于第五、六代云端AI芯片。腾讯为第一大客户并参与战略配售。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257800"/>
            <a:ext cx="50749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312664"/>
            <a:ext cx="5074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95544"/>
            <a:ext cx="5074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国产云端芯片的定价权从私募估值转到公开市场，客户集中度也一并亮相。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498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A1A1A"/>
                </a:solidFill>
                <a:latin typeface="Cambria"/>
                <a:ea typeface="宋体"/>
              </a:rPr>
              <a:t>片上结构光与铁电热管理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8"/>
                </a:solidFill>
                <a:latin typeface="Calibri"/>
                <a:ea typeface="微软雅黑"/>
              </a:rPr>
              <a:t>一套不再依赖自由空间光路的激光阵列；一层把矫顽场和热导写成同一对矛盾的氮化铝。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91640"/>
            <a:ext cx="6537960" cy="4736592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901952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28800"/>
            <a:ext cx="59618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09　科学 · 洛杉矶 / 奥兰多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148840"/>
            <a:ext cx="61264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A1A"/>
                </a:solidFill>
                <a:latin typeface="Cambria"/>
                <a:ea typeface="宋体"/>
              </a:rPr>
              <a:t>片上时空波包激光阵列见于《自然·光子学》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15468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来源：Nature Photonics　·　nature.com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493008"/>
            <a:ext cx="61264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  <a:ea typeface="微软雅黑"/>
              </a:rPr>
              <a:t>南加州大学与中佛罗里达大学团队11日发表片上时空波包激光阵列：用双端分布式反馈激光直接合成相干或非相干时空结构光，不再依赖光栅与空间光调制器组成的自由空间光路。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5166360"/>
            <a:ext cx="612648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221224"/>
            <a:ext cx="6126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5404104"/>
            <a:ext cx="6126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  <a:ea typeface="微软雅黑"/>
              </a:rPr>
              <a:t>结构光第一次从光学平台走进芯片，光源本身就能整形，而不是后置调制。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5472" y="1691640"/>
            <a:ext cx="4526280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883664"/>
            <a:ext cx="82296" cy="8229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1810512"/>
            <a:ext cx="39959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10　科学 · 弗吉尼亚 / 宾州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4160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A1A"/>
                </a:solidFill>
                <a:latin typeface="Cambria"/>
                <a:ea typeface="宋体"/>
              </a:rPr>
              <a:t>氮化铝铁电薄膜：降矫顽场也降热导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80360"/>
            <a:ext cx="4160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  <a:ea typeface="微软雅黑"/>
              </a:rPr>
              <a:t>来源：Nature Communications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154680"/>
            <a:ext cx="41605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ea typeface="微软雅黑"/>
              </a:rPr>
              <a:t>弗吉尼亚大学与宾州州立大学报告：硼、钪掺杂可降低AlN矫顽场，但同时抑制晶格热导，给集成存储划出热设计边界。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4709160"/>
            <a:ext cx="4526280" cy="1719072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800600"/>
            <a:ext cx="4160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C41E3A"/>
                </a:solidFill>
                <a:latin typeface="Calibri"/>
                <a:ea typeface="微软雅黑"/>
              </a:rPr>
              <a:t>信息不足 · 互联网平台与海外芯片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074920"/>
            <a:ext cx="41605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11日未见可交叉核验的互联网平台产品首发或海外芯片量产公告。不以DeepSeek 10日官方稿或高通预告复述凑数。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56032"/>
            <a:ext cx="5120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C9C2B6"/>
                </a:solidFill>
                <a:latin typeface="Calibri"/>
                <a:ea typeface="微软雅黑"/>
              </a:rPr>
              <a:t>第254期  ·  2026年9月11日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4552" cy="137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4360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7F4EF"/>
                </a:solidFill>
                <a:latin typeface="Cambria"/>
                <a:ea typeface="宋体"/>
              </a:rPr>
              <a:t>本日判断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4552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7F4EF"/>
                </a:solidFill>
                <a:latin typeface="Cambria"/>
                <a:ea typeface="宋体"/>
              </a:rPr>
              <a:t>星期五不是星期四的复述：金砖行程已落墨，双边会晤才被写成「正在安排」。普京与佩泽希齐扬先于习近平坐进新德里。国常会把算力网和安全生产放上同一张议程。IEA把海湾复产推迟到2027年。特朗普在五角大楼把对伊战争写进9/11。加德满都把遇难数字改到1385。科技栏交出华尔街工作台、科创板云端芯片，以及两篇把光和热写成约束的论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5596128" cy="21488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54680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时政六条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5643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1  毛宁：中印正在安排习莫双边会晤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2  普京抵印与莫迪会谈，伊总统同日到访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3  国常会部署安全生产并研究算力网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4  IEA：海湾供应恢复推迟至2027年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5  特朗普在9/11仪式上将对伊战争写入「反恐」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6  尼方遇难升至1385人，傍晚通报1386具遗体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063240"/>
            <a:ext cx="5495544" cy="21488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315468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Calibri"/>
                <a:ea typeface="微软雅黑"/>
              </a:rPr>
              <a:t>科技四条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456432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1  OpenAI推出面向投行的ChatGPT金融版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2  燧原科技登陆科创板，首日收涨179%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3  片上时空波包激光阵列见于《自然·光子学》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7F4EF"/>
                </a:solidFill>
                <a:latin typeface="Calibri"/>
                <a:ea typeface="微软雅黑"/>
              </a:rPr>
              <a:t>4  氮化铝铁电薄膜：降矫顽场也降热导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21808"/>
            <a:ext cx="11274552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C9C2B6"/>
                </a:solidFill>
                <a:latin typeface="Calibri"/>
                <a:ea typeface="微软雅黑"/>
              </a:rPr>
              <a:t>方法：以 Asia/Shanghai 的昨天（2026-09-11，星期五）为采编窗口；只收该日发生或该日首发。OpenAI金融版路透时戳17:29 UTC合沪时11日凌晨，按首发日收入。DeepSeek V4.1-Flash官方署期为10日，未收入。互联网平台与海外芯片量产首发不足，已标明缺口。Firecrawl 已安装但未鉴权。　完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