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●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13232"/>
            <a:ext cx="42062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ASIA / SHANGHAI　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第零贰壹期  ·  二零二六年十月十二日  ·  星期一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只收录该日发生或该日首发的稿件。王毅把北极航道写成「蓝色引擎」，外交部令落下两名「邦交」部长。芯片栏在圣何塞和雷德蒙德同时开柜。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56432"/>
            <a:ext cx="3529584" cy="15727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566160"/>
            <a:ext cx="3163824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61104"/>
            <a:ext cx="3163824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时政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72000"/>
            <a:ext cx="3163824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会晤 · 出访 · 海峡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456432"/>
            <a:ext cx="3529584" cy="15727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3566160"/>
            <a:ext cx="3163824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261104"/>
            <a:ext cx="3163824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科技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4572000"/>
            <a:ext cx="3163824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芯片 · 机架 · 量子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3456432"/>
            <a:ext cx="3529584" cy="15727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3566160"/>
            <a:ext cx="3163824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261104"/>
            <a:ext cx="3163824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合计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4572000"/>
            <a:ext cx="3163824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周一沪时首发可核验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30368"/>
            <a:ext cx="1124712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今日主线：王毅会见帕特鲁舍夫。亚信峰会与四国行程公布。外交部令制裁巴拉圭、伯利兹两部长。微软发布 Maia 300。英伟达向 OCP 开放 Vera Rubin。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46304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04672"/>
            <a:ext cx="969264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53312"/>
            <a:ext cx="969264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8日预告的帕特鲁舍夫会见写成12日详稿。例会把出访和反制令摊在同一张桌上。博科已启程，元首会谈通稿尚未落地。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01952"/>
            <a:ext cx="11277295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93392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现场摘句 · 王毅 /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49424"/>
            <a:ext cx="10881360" cy="80467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中方建设「冰上丝绸之路」与俄方推进北极航道建设不谋而合。要发动中俄关系发展的「蓝色引擎」，推动构建海洋命运共同体。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3529584" cy="28529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529584"/>
            <a:ext cx="320040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14–20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187952"/>
            <a:ext cx="320040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出访窗口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535424"/>
            <a:ext cx="3200400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王毅将作为习近平主席特别代表出席巴库亚信峰会，并访问阿塞拜疆、克罗地亚、黑山、保加利亚。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3401568"/>
            <a:ext cx="3529584" cy="28529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529584"/>
            <a:ext cx="320040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21/22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87952"/>
            <a:ext cx="320040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外交部令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535424"/>
            <a:ext cx="3200400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第21、22号令冻结两名外长级官员境内财产，并禁止入境含港澳。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6" y="3401568"/>
            <a:ext cx="3529584" cy="28529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529584"/>
            <a:ext cx="320040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87952"/>
            <a:ext cx="320040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建交年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4535424"/>
            <a:ext cx="3200400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习近平同巴新总督达达埃互致贺电，李强同马拉佩同日互贺。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86384"/>
            <a:ext cx="5468112" cy="5440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01 · 中俄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王毅会见帕特鲁舍夫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来源：外交部 / 新华社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12日，王毅在北京会见俄罗斯总统助理、海事委员会主席帕特鲁舍夫，互致两国元首问候。王毅称中方「冰上丝绸之路」与俄北极航道建设相合，愿加强海洋战略对接、维护关键航道通行。俄方提出在「跨北极国际运输走廊」与海洋治理上合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把7–8日访华预告写成可核验的海洋议程，北极航道从口号落到对口部门。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786384"/>
            <a:ext cx="5468112" cy="5440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02 · 出访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王毅将出席亚信峰会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来源：外交部例行记者会　mfa.gov.cn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外交部宣布，王毅将作为习近平主席特别代表出席10月15日巴库亚信第七次峰会，并于14–20日访问阿塞拜疆、克罗地亚、黑山、保加利亚。毛宁称此系王毅时隔七年再访阿塞拜疆，对黑山则是中国外长首访。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把国庆后首个多边安全日程写成可核对的四国路线，东南欧与中亚被放进同一周。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86384"/>
            <a:ext cx="5468112" cy="5440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03 · 反制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外交部令制裁两部长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来源：外交部令第21、22号　mfa.gov.cn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外交部12日公布第21、22号令，对巴拉圭通信和技术部长比利亚特、伯利兹外长丰塞卡实施冻结境内财产、禁止交易合作、不准入境（含港澳）。毛宁称两人窜访台湾并散布「中国网络攻击」虚假信息。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把对所谓「邦交国」部长级官员的反制写成公开法令，而不是口头警告。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786384"/>
            <a:ext cx="5468112" cy="5440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04 · 太平洋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中巴新建交五十周年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中国政府网　gov.cn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10月12日，习近平同巴新总督达达埃互致贺电，称巴新是太平洋岛国地区的好朋友、好伙伴、好兄弟，愿引领全面战略伙伴关系再上台阶。达达埃重申恪守一个中国原则。李强同总理马拉佩同日互贺。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在建交整十年节点把一个中国原则和岛国命运共同体写成双方对表，而不是单方面贺词。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双栏对照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一条写哈博罗内到北京的国事访问刚启程，一条写白宫把战争结束说成「很快」。元首通稿未至，海峡通报先到。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5468112" cy="46634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792224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05 · 中非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博科今起国事访问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来源：人民网 / 博茨瓦纳通讯社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35808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博茨瓦纳总统博科12日起对中国进行国事访问，为就任后首次来华，行程至17日并将赴福建。人民网与博方通讯社均记当日元首会谈、献花圈与商务论坛，但截至刊印未见习近平会见详稿。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224528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297680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把9日预告写成可核验的启程首日，同时标明会谈通稿仍缺，避免把日程当成成果。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664208"/>
            <a:ext cx="5468112" cy="46634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06 · 海峡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0482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特朗普称伊战很快结束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743200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来源：Iran International / UKMTO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35808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特朗普白宫外称中期选举不影响对伊政策，并称战争「很快结束」、油价将「像岩石一样下跌」。沙特将利雅得机场关闭延至17日。UKMTO 12日通报一艘出峡成品油轮遭不明投射物击中，船员安全，事发记为11日。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9088" y="4224528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297680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把周六「可能加入打胡塞」改写成周一的结束时间表，同时用机场延关和油轮通报钉住现实。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46304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04672"/>
            <a:ext cx="969264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53312"/>
            <a:ext cx="969264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国内没有发射，也没有国产大模型首发。芯片栏由微软自研推理平台和英伟达开柜机架撑住。科学栏交给斯格明子、假尿苷和连续消噪。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01952"/>
            <a:ext cx="11277295" cy="1170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93392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厂牌首发 · 微软 Azure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49424"/>
            <a:ext cx="10881360" cy="6766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Maia 300 把推理写成整机：台积电 N2P 计算芯粒，八堆 HBM4，单卡 288GB、18TB/s。九十六颗加速器塞进 167 千瓦机架，2027 年起按吉瓦级部署。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73552"/>
            <a:ext cx="2615184" cy="29443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401568"/>
            <a:ext cx="2359152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078224"/>
            <a:ext cx="2359152" cy="31089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每兆瓦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443984"/>
            <a:ext cx="2359152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官方称较领先 GPU 系统多约四成有用吞吐量。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46704" y="3273552"/>
            <a:ext cx="2615184" cy="29443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401568"/>
            <a:ext cx="2359152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7×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078224"/>
            <a:ext cx="2359152" cy="31089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机架吞吐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443984"/>
            <a:ext cx="2359152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96 加速器满配相对 Maia 200 的 token 吞吐上限。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3273552"/>
            <a:ext cx="2615184" cy="29443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401568"/>
            <a:ext cx="2359152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078224"/>
            <a:ext cx="2359152" cy="31089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GB HBM4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443984"/>
            <a:ext cx="2359152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单加速器八堆堆叠，峰值带宽 18TB/s。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3273552"/>
            <a:ext cx="2615184" cy="29443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3401568"/>
            <a:ext cx="2359152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2万+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4078224"/>
            <a:ext cx="2359152" cy="31089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Vera 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4443984"/>
            <a:ext cx="2359152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独立 CPU 机架给智能体工具调用预留的核心数。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86384"/>
            <a:ext cx="5468112" cy="5440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 01 · 芯片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微软发布 Maia 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来源：微软官方博客 / Azure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微软12日宣布第三代自研推理芯片 Maia 300：台积电N2P计算芯粒、8堆HBM4共288GB、带宽18TB/s，96加速器机架167千瓦。官方称较领先GPU每兆瓦多约40% tokens，较Maia 200机架吞吐最高7倍，2027年投产并作主推理平台。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把云厂商自研芯片从试验机柜写成吉瓦级主推理路径，推理效率开始按「每兆瓦 tokens」报价。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786384"/>
            <a:ext cx="5468112" cy="5440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 02 · 机架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英伟达开放 Rubin 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来源：NVIDIA 官方博客　blogs.nvidia.com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圣何塞OCP峰会上，英伟达通过MGX 1.2贡献Vera Rubin机架与无风扇液冷计算托盘，支持最高250千瓦机架。并与AMD、谷歌、Meta发布Open Data Center Spec v0.7，与谷歌、Meta、微软发布电网扰动后两秒内复载规范。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把吉瓦级「AI工厂」从一家图纸改写成可被代工和电力公司共同建造的开放规格。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86384"/>
            <a:ext cx="5468112" cy="5440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 03 · 处理器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Vera CPU 机架已出货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来源：Data Center Dynamics / OCP 简报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英伟达AI基础设施负责人DeLaere在OCP前简报称，专用Vera CPU机架「正在出货」，单机架逾2万核，用于智能体工具调用与沙箱执行，与NVL72训练机柜并列。Vera采用自研Arm v9.2-A核心，春季已全面量产。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把英伟达从加速卡供应商写成独立服务器CPU玩家，智能体负载被单独拆出训练机柜。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786384"/>
            <a:ext cx="5468112" cy="5440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 04 · 量子光学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片上光子斯格明子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Physics　nature.com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宾夕法尼亚大学冯亮等12日报告，在氮化硅纳米光子芯片上制备单光子斯格明子，并将其拓扑不变量转移到双光子纠缠态。纠缠消失后拓扑数仍可保存，显示一条不依赖持续纠缠的量子互联路径。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把拓扑保护从体块晶体搬进可重构芯片，给分布式量子互联一条抗噪声的传递方案。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86384"/>
            <a:ext cx="5468112" cy="54864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 05 · 再生医学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PUS7 改写重编程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Chemical Biology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何川、施艳红等12日发表：PUS7对7SK RNA第U250位假尿苷化，增强其与BAF复合物结合并打开染色质。团队提出PSKM（PUS7、SOX2、KLF4、MYC）组合，可在无外源OCT4下获得印记更忠实、谱系潜力更强的人源iPS细胞。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把RNA修饰写成可替代OCT4的重编程开关，给更高保真度的人源多能干细胞一条新配方。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786384"/>
            <a:ext cx="5468112" cy="54864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914400"/>
            <a:ext cx="5138928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 06 · 量子仿真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170432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模拟量子仿真精确消噪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65376"/>
            <a:ext cx="51389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Communications / 帝国理工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57984"/>
            <a:ext cx="5138928" cy="11704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金明植组12日提出连续时间协议：用少量辅助比特与系统联合耗散，再对联合测量做经典后处理，可在不打断连续演化、不依赖具体哈密顿量的前提下精确抵消噪声，并对辅助比特自身噪声具有鲁棒性。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3346704"/>
            <a:ext cx="5138928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19856"/>
            <a:ext cx="5138928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把模拟量子仿真的消噪从「先离散再纠错」改写成可保持连续时间的精确抵消，降低近期硬件门槛。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第021期  ·  2026年10月12日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6766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THE EVENING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13232"/>
            <a:ext cx="420624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第021期 · 收束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60704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07008"/>
            <a:ext cx="1124712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蓝色引擎，外交部令，机架按吉瓦报价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92224"/>
            <a:ext cx="1124712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Microsoft YaHei"/>
                <a:cs typeface="Calibri"/>
              </a:rPr>
              <a:t>王毅把中俄海洋议程写成冰上丝路对接北极航道。例会公布亚信峰会与四国行程，并落地两份针对「邦交」部长的外交部令。巴新贺电对上一个中国原则。博科已到访，通稿未至。特朗普把战争结束说成「很快」，机场仍关到十七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9504"/>
            <a:ext cx="5468112" cy="23317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2889504"/>
            <a:ext cx="5468112" cy="23317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980944"/>
            <a:ext cx="5138928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55264"/>
            <a:ext cx="5138928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  王毅会见帕特鲁舍夫　　2  王毅将出席亚信峰会
3  外交部令制裁两部长　　4  中巴新建交五十周年
5  博科今起国事访问　　　6  特朗普称伊战很快结束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980944"/>
            <a:ext cx="5138928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科技六条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255264"/>
            <a:ext cx="5138928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  微软发布 Maia 300　　　2  英伟达开放 Rubin 设计
3  Vera CPU 机架已出货　　4  片上光子斯格明子
5  PUS7 改写重编程　　　　6  模拟量子仿真精确消噪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21808"/>
            <a:ext cx="11247120" cy="868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日期窗口：Asia/Shanghai 2026-10-12 00:00 至 2026-10-13 00:00。12条可核验。缺口：未见习近平会见博科/福雷详稿；无国内航天发射；无中国芯片或大模型产品首发。Jalapeño、INSPIRE、长十二不重刊。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每日时政科技简报 · 第021期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